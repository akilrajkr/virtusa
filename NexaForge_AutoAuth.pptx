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946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559F2-AC3B-4393-A6CF-E15D6F6C1A8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CE399B-143B-4FC3-B00A-A4DD2EF3D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64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E399B-143B-4FC3-B00A-A4DD2EF3D8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774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C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7472" y="5444633"/>
            <a:ext cx="10866484" cy="206828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C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10018" y="152526"/>
            <a:ext cx="2133600" cy="650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jpe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0.jpeg"/><Relationship Id="rId20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jpe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93765" y="6535877"/>
            <a:ext cx="1879600" cy="2355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8005" marR="339090" algn="ctr">
              <a:lnSpc>
                <a:spcPct val="118100"/>
              </a:lnSpc>
              <a:spcBef>
                <a:spcPts val="100"/>
              </a:spcBef>
            </a:pPr>
            <a:r>
              <a:rPr sz="1550" b="1" spc="-10" dirty="0">
                <a:latin typeface="+mj-lt"/>
                <a:cs typeface="Times New Roman"/>
              </a:rPr>
              <a:t>Research</a:t>
            </a:r>
            <a:r>
              <a:rPr sz="1550" b="1" spc="-25" dirty="0">
                <a:latin typeface="+mj-lt"/>
                <a:cs typeface="Times New Roman"/>
              </a:rPr>
              <a:t> </a:t>
            </a:r>
            <a:r>
              <a:rPr sz="1550" b="1" spc="-50" dirty="0">
                <a:latin typeface="+mj-lt"/>
                <a:cs typeface="Times New Roman"/>
              </a:rPr>
              <a:t>&amp; </a:t>
            </a:r>
            <a:r>
              <a:rPr sz="1550" b="1" spc="-10" dirty="0">
                <a:latin typeface="+mj-lt"/>
                <a:cs typeface="Times New Roman"/>
              </a:rPr>
              <a:t>Planning</a:t>
            </a:r>
            <a:endParaRPr sz="1550" dirty="0">
              <a:latin typeface="+mj-lt"/>
              <a:cs typeface="Times New Roman"/>
            </a:endParaRPr>
          </a:p>
          <a:p>
            <a:pPr marL="12065" marR="5080" algn="ctr">
              <a:lnSpc>
                <a:spcPct val="120700"/>
              </a:lnSpc>
              <a:spcBef>
                <a:spcPts val="105"/>
              </a:spcBef>
            </a:pPr>
            <a:r>
              <a:rPr lang="en-GB" sz="1600" dirty="0" err="1">
                <a:latin typeface="+mj-lt"/>
              </a:rPr>
              <a:t>Analyze</a:t>
            </a:r>
            <a:r>
              <a:rPr lang="en-GB" sz="1600" dirty="0">
                <a:latin typeface="+mj-lt"/>
              </a:rPr>
              <a:t> authorization workflows, payer policies, compliance needs, and EHR integration requirements.</a:t>
            </a:r>
            <a:endParaRPr lang="en-GB" sz="1450" dirty="0">
              <a:latin typeface="+mj-lt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65897" y="7434212"/>
            <a:ext cx="1750060" cy="2078133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indent="108585" algn="ctr">
              <a:lnSpc>
                <a:spcPct val="121100"/>
              </a:lnSpc>
              <a:spcBef>
                <a:spcPts val="175"/>
              </a:spcBef>
            </a:pPr>
            <a:r>
              <a:rPr sz="1550" b="1" spc="-20" dirty="0">
                <a:latin typeface="+mj-lt"/>
                <a:cs typeface="Times New Roman"/>
              </a:rPr>
              <a:t>MVP</a:t>
            </a:r>
            <a:r>
              <a:rPr sz="1550" b="1" spc="-85" dirty="0">
                <a:latin typeface="+mj-lt"/>
                <a:cs typeface="Times New Roman"/>
              </a:rPr>
              <a:t> </a:t>
            </a:r>
            <a:r>
              <a:rPr sz="1550" b="1" spc="-10" dirty="0">
                <a:latin typeface="+mj-lt"/>
                <a:cs typeface="Times New Roman"/>
              </a:rPr>
              <a:t>Development </a:t>
            </a:r>
            <a:r>
              <a:rPr lang="en-GB" sz="1600" dirty="0">
                <a:latin typeface="+mj-lt"/>
              </a:rPr>
              <a:t>Build AI engine for clinical note analysis and automated authorization submission generation.</a:t>
            </a:r>
            <a:r>
              <a:rPr sz="1450" spc="-10" dirty="0">
                <a:latin typeface="+mj-lt"/>
                <a:cs typeface="Times New Roman"/>
              </a:rPr>
              <a:t>.</a:t>
            </a:r>
            <a:endParaRPr sz="1450" dirty="0">
              <a:latin typeface="+mj-lt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0814" y="6646240"/>
            <a:ext cx="1535430" cy="23685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marR="165100" algn="ctr">
              <a:lnSpc>
                <a:spcPct val="118100"/>
              </a:lnSpc>
              <a:spcBef>
                <a:spcPts val="100"/>
              </a:spcBef>
            </a:pPr>
            <a:r>
              <a:rPr sz="1550" b="1" dirty="0">
                <a:latin typeface="+mj-lt"/>
                <a:cs typeface="Times New Roman"/>
              </a:rPr>
              <a:t>Beta</a:t>
            </a:r>
            <a:r>
              <a:rPr sz="1550" b="1" spc="-65" dirty="0">
                <a:latin typeface="+mj-lt"/>
                <a:cs typeface="Times New Roman"/>
              </a:rPr>
              <a:t> </a:t>
            </a:r>
            <a:r>
              <a:rPr sz="1550" b="1" spc="-25" dirty="0">
                <a:latin typeface="+mj-lt"/>
                <a:cs typeface="Times New Roman"/>
              </a:rPr>
              <a:t>Testing</a:t>
            </a:r>
            <a:r>
              <a:rPr sz="1550" b="1" spc="-45" dirty="0">
                <a:latin typeface="+mj-lt"/>
                <a:cs typeface="Times New Roman"/>
              </a:rPr>
              <a:t> </a:t>
            </a:r>
            <a:r>
              <a:rPr sz="1550" b="1" spc="-50" dirty="0">
                <a:latin typeface="+mj-lt"/>
                <a:cs typeface="Times New Roman"/>
              </a:rPr>
              <a:t>&amp; </a:t>
            </a:r>
            <a:r>
              <a:rPr sz="1550" b="1" spc="-10" dirty="0">
                <a:latin typeface="+mj-lt"/>
                <a:cs typeface="Times New Roman"/>
              </a:rPr>
              <a:t>Refinement</a:t>
            </a:r>
            <a:endParaRPr sz="1550" dirty="0">
              <a:latin typeface="+mj-lt"/>
              <a:cs typeface="Times New Roman"/>
            </a:endParaRPr>
          </a:p>
          <a:p>
            <a:pPr marL="12700" marR="5080" indent="635" algn="ctr">
              <a:lnSpc>
                <a:spcPct val="120700"/>
              </a:lnSpc>
              <a:spcBef>
                <a:spcPts val="185"/>
              </a:spcBef>
            </a:pPr>
            <a:r>
              <a:rPr lang="en-GB" sz="1600" dirty="0">
                <a:latin typeface="+mj-lt"/>
              </a:rPr>
              <a:t>Pilot with hospitals to validate accuracy, reduce denials, and improve processing speed.</a:t>
            </a:r>
            <a:endParaRPr sz="1450" dirty="0">
              <a:latin typeface="+mj-lt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14658" y="7531684"/>
            <a:ext cx="2015489" cy="18325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8100"/>
              </a:lnSpc>
              <a:spcBef>
                <a:spcPts val="100"/>
              </a:spcBef>
            </a:pPr>
            <a:r>
              <a:rPr sz="1550" b="1" spc="-10" dirty="0">
                <a:latin typeface="+mj-lt"/>
                <a:cs typeface="Times New Roman"/>
              </a:rPr>
              <a:t>Full-</a:t>
            </a:r>
            <a:r>
              <a:rPr sz="1550" b="1" dirty="0">
                <a:latin typeface="+mj-lt"/>
                <a:cs typeface="Times New Roman"/>
              </a:rPr>
              <a:t>Scale</a:t>
            </a:r>
            <a:r>
              <a:rPr sz="1550" b="1" spc="-35" dirty="0">
                <a:latin typeface="+mj-lt"/>
                <a:cs typeface="Times New Roman"/>
              </a:rPr>
              <a:t> </a:t>
            </a:r>
            <a:r>
              <a:rPr sz="1550" b="1" spc="-10" dirty="0">
                <a:latin typeface="+mj-lt"/>
                <a:cs typeface="Times New Roman"/>
              </a:rPr>
              <a:t>Development </a:t>
            </a:r>
            <a:r>
              <a:rPr sz="1550" b="1" dirty="0">
                <a:latin typeface="+mj-lt"/>
                <a:cs typeface="Times New Roman"/>
              </a:rPr>
              <a:t>&amp; </a:t>
            </a:r>
            <a:r>
              <a:rPr sz="1550" b="1" spc="-10" dirty="0">
                <a:latin typeface="+mj-lt"/>
                <a:cs typeface="Times New Roman"/>
              </a:rPr>
              <a:t>Scalability</a:t>
            </a:r>
            <a:endParaRPr sz="1550" dirty="0">
              <a:latin typeface="+mj-lt"/>
              <a:cs typeface="Times New Roman"/>
            </a:endParaRPr>
          </a:p>
          <a:p>
            <a:pPr marL="74295" algn="ctr">
              <a:lnSpc>
                <a:spcPct val="100000"/>
              </a:lnSpc>
              <a:spcBef>
                <a:spcPts val="180"/>
              </a:spcBef>
            </a:pPr>
            <a:r>
              <a:rPr lang="en-GB" sz="1600" dirty="0">
                <a:latin typeface="+mj-lt"/>
              </a:rPr>
              <a:t>Enhance scalability, strengthen compliance checks, and optimize denial prediction capabilities.</a:t>
            </a:r>
            <a:endParaRPr sz="1450" dirty="0">
              <a:latin typeface="+mj-lt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87883" y="6714185"/>
            <a:ext cx="1820545" cy="20706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0985" algn="ctr">
              <a:lnSpc>
                <a:spcPct val="118100"/>
              </a:lnSpc>
              <a:spcBef>
                <a:spcPts val="100"/>
              </a:spcBef>
            </a:pPr>
            <a:r>
              <a:rPr sz="1550" b="1" dirty="0">
                <a:latin typeface="+mj-lt"/>
                <a:cs typeface="Times New Roman"/>
              </a:rPr>
              <a:t>Market</a:t>
            </a:r>
            <a:r>
              <a:rPr sz="1550" b="1" spc="-60" dirty="0">
                <a:latin typeface="+mj-lt"/>
                <a:cs typeface="Times New Roman"/>
              </a:rPr>
              <a:t> </a:t>
            </a:r>
            <a:r>
              <a:rPr sz="1550" b="1" dirty="0">
                <a:latin typeface="+mj-lt"/>
                <a:cs typeface="Times New Roman"/>
              </a:rPr>
              <a:t>Launch</a:t>
            </a:r>
            <a:r>
              <a:rPr sz="1550" b="1" spc="-75" dirty="0">
                <a:latin typeface="+mj-lt"/>
                <a:cs typeface="Times New Roman"/>
              </a:rPr>
              <a:t> </a:t>
            </a:r>
            <a:r>
              <a:rPr sz="1550" b="1" spc="-50" dirty="0">
                <a:latin typeface="+mj-lt"/>
                <a:cs typeface="Times New Roman"/>
              </a:rPr>
              <a:t>&amp; </a:t>
            </a:r>
            <a:r>
              <a:rPr sz="1550" b="1" spc="-10" dirty="0">
                <a:latin typeface="+mj-lt"/>
                <a:cs typeface="Times New Roman"/>
              </a:rPr>
              <a:t>Expansion</a:t>
            </a:r>
            <a:endParaRPr sz="1550" dirty="0">
              <a:latin typeface="+mj-lt"/>
              <a:cs typeface="Times New Roman"/>
            </a:endParaRPr>
          </a:p>
          <a:p>
            <a:pPr marL="37465" marR="5080" indent="1270" algn="ctr">
              <a:lnSpc>
                <a:spcPct val="120700"/>
              </a:lnSpc>
              <a:spcBef>
                <a:spcPts val="170"/>
              </a:spcBef>
            </a:pPr>
            <a:r>
              <a:rPr lang="en-GB" sz="1600" dirty="0">
                <a:latin typeface="+mj-lt"/>
              </a:rPr>
              <a:t>Deploy on secure cloud, onboard providers and payers, and expand enterprise adoption.</a:t>
            </a:r>
            <a:endParaRPr sz="1450" dirty="0">
              <a:latin typeface="+mj-lt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3405" y="5533466"/>
            <a:ext cx="217170" cy="4851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000" spc="-50" dirty="0">
                <a:latin typeface="+mj-lt"/>
                <a:cs typeface="Times New Roman"/>
              </a:rPr>
              <a:t>1</a:t>
            </a:r>
            <a:endParaRPr sz="3000">
              <a:latin typeface="+mj-lt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98942" y="6351854"/>
            <a:ext cx="217170" cy="4851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000" spc="-50" dirty="0">
                <a:latin typeface="+mj-lt"/>
                <a:cs typeface="Times New Roman"/>
              </a:rPr>
              <a:t>2</a:t>
            </a:r>
            <a:endParaRPr sz="3000">
              <a:latin typeface="+mj-lt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36834" y="5602351"/>
            <a:ext cx="217170" cy="484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00" spc="-50" dirty="0">
                <a:latin typeface="+mj-lt"/>
                <a:cs typeface="Times New Roman"/>
              </a:rPr>
              <a:t>3</a:t>
            </a:r>
            <a:endParaRPr sz="3000">
              <a:latin typeface="+mj-lt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998702" y="5602351"/>
            <a:ext cx="217170" cy="484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00" spc="-50" dirty="0">
                <a:latin typeface="+mj-lt"/>
                <a:cs typeface="Times New Roman"/>
              </a:rPr>
              <a:t>5</a:t>
            </a:r>
            <a:endParaRPr sz="3000">
              <a:latin typeface="+mj-lt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014961" y="6311646"/>
            <a:ext cx="217170" cy="484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00" spc="-50" dirty="0">
                <a:latin typeface="+mj-lt"/>
                <a:cs typeface="Times New Roman"/>
              </a:rPr>
              <a:t>4</a:t>
            </a:r>
            <a:endParaRPr sz="3000">
              <a:latin typeface="+mj-lt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5464" y="676542"/>
            <a:ext cx="484924" cy="4849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76048" y="2818158"/>
            <a:ext cx="542112" cy="54211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875464" y="1649022"/>
            <a:ext cx="599287" cy="59928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904051" y="3841786"/>
            <a:ext cx="542112" cy="54211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2725400" y="1659730"/>
            <a:ext cx="5722620" cy="682879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215265" indent="-202565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215265" algn="l"/>
              </a:tabLst>
            </a:pPr>
            <a:r>
              <a:rPr lang="en-US" sz="2000" b="1" dirty="0">
                <a:latin typeface="+mj-lt"/>
              </a:rPr>
              <a:t>Insurance Providers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Faster approval processing</a:t>
            </a:r>
            <a:endParaRPr sz="1900" dirty="0">
              <a:latin typeface="+mj-lt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725400" y="2749931"/>
            <a:ext cx="593661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629" marR="5080" indent="-202565">
              <a:lnSpc>
                <a:spcPct val="118400"/>
              </a:lnSpc>
              <a:spcBef>
                <a:spcPts val="100"/>
              </a:spcBef>
              <a:buFont typeface="Arial MT"/>
              <a:buChar char="•"/>
              <a:tabLst>
                <a:tab pos="216535" algn="l"/>
              </a:tabLst>
            </a:pPr>
            <a:r>
              <a:rPr lang="en-GB" sz="2000" b="1" dirty="0">
                <a:latin typeface="+mj-lt"/>
              </a:rPr>
              <a:t>Healthcare Networks</a:t>
            </a:r>
            <a:br>
              <a:rPr lang="en-GB" sz="2000" dirty="0">
                <a:latin typeface="+mj-lt"/>
              </a:rPr>
            </a:br>
            <a:r>
              <a:rPr lang="en-GB" sz="2000" dirty="0">
                <a:latin typeface="+mj-lt"/>
              </a:rPr>
              <a:t>Improved compliance workflows</a:t>
            </a:r>
            <a:endParaRPr sz="1900" dirty="0">
              <a:latin typeface="+mj-lt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725400" y="3736312"/>
            <a:ext cx="4862195" cy="9483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265" indent="-2025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15265" algn="l"/>
              </a:tabLst>
            </a:pPr>
            <a:r>
              <a:rPr lang="en-GB" sz="2000" b="1" dirty="0">
                <a:latin typeface="+mj-lt"/>
              </a:rPr>
              <a:t>Diagnostic </a:t>
            </a:r>
            <a:r>
              <a:rPr lang="en-GB" sz="2000" b="1" dirty="0" err="1">
                <a:latin typeface="+mj-lt"/>
              </a:rPr>
              <a:t>Centers</a:t>
            </a:r>
            <a:r>
              <a:rPr lang="en-GB" sz="2000" b="1" dirty="0">
                <a:latin typeface="+mj-lt"/>
              </a:rPr>
              <a:t>/</a:t>
            </a:r>
            <a:r>
              <a:rPr lang="en-US" sz="2000" dirty="0">
                <a:latin typeface="+mj-lt"/>
              </a:rPr>
              <a:t>Telehealth Platforms</a:t>
            </a:r>
            <a:br>
              <a:rPr lang="en-GB" sz="2000" dirty="0">
                <a:latin typeface="+mj-lt"/>
              </a:rPr>
            </a:br>
            <a:r>
              <a:rPr lang="en-GB" sz="2000" dirty="0">
                <a:latin typeface="+mj-lt"/>
              </a:rPr>
              <a:t>Quick procedure approvals</a:t>
            </a:r>
          </a:p>
          <a:p>
            <a:pPr marL="215265" indent="-2025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15265" algn="l"/>
              </a:tabLst>
            </a:pPr>
            <a:r>
              <a:rPr lang="en-US" sz="2000" dirty="0">
                <a:latin typeface="+mj-lt"/>
              </a:rPr>
              <a:t>Seamless payer integration</a:t>
            </a:r>
            <a:endParaRPr sz="1900" dirty="0">
              <a:latin typeface="+mj-lt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725400" y="68997"/>
            <a:ext cx="5520055" cy="1304844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225425">
              <a:lnSpc>
                <a:spcPct val="100000"/>
              </a:lnSpc>
              <a:spcBef>
                <a:spcPts val="1535"/>
              </a:spcBef>
            </a:pPr>
            <a:r>
              <a:rPr lang="en-GB" sz="2200" b="1" u="sng" spc="-25" dirty="0">
                <a:uFill>
                  <a:solidFill>
                    <a:srgbClr val="000000"/>
                  </a:solidFill>
                </a:uFill>
                <a:latin typeface="+mj-lt"/>
                <a:cs typeface="Times New Roman"/>
              </a:rPr>
              <a:t>Target</a:t>
            </a:r>
            <a:r>
              <a:rPr lang="en-GB" sz="2200" b="1" u="sng" spc="-105" dirty="0">
                <a:uFill>
                  <a:solidFill>
                    <a:srgbClr val="000000"/>
                  </a:solidFill>
                </a:uFill>
                <a:latin typeface="+mj-lt"/>
                <a:cs typeface="Times New Roman"/>
              </a:rPr>
              <a:t> </a:t>
            </a:r>
            <a:r>
              <a:rPr lang="en-GB" sz="2200" b="1" u="sng" spc="-10" dirty="0">
                <a:uFill>
                  <a:solidFill>
                    <a:srgbClr val="000000"/>
                  </a:solidFill>
                </a:uFill>
                <a:latin typeface="+mj-lt"/>
                <a:cs typeface="Times New Roman"/>
              </a:rPr>
              <a:t>Segment</a:t>
            </a:r>
            <a:endParaRPr lang="en-GB" sz="2200" dirty="0">
              <a:latin typeface="+mj-lt"/>
              <a:cs typeface="Times New Roman"/>
            </a:endParaRPr>
          </a:p>
          <a:p>
            <a:pPr marL="215265" indent="-202565">
              <a:spcBef>
                <a:spcPts val="1235"/>
              </a:spcBef>
              <a:buFont typeface="Arial MT"/>
              <a:buChar char="•"/>
              <a:tabLst>
                <a:tab pos="215265" algn="l"/>
              </a:tabLst>
            </a:pPr>
            <a:r>
              <a:rPr lang="en-GB" sz="2000" b="1" dirty="0">
                <a:latin typeface="+mj-lt"/>
              </a:rPr>
              <a:t>Hospitals &amp; Clinics</a:t>
            </a:r>
            <a:br>
              <a:rPr lang="en-GB" sz="2000" dirty="0">
                <a:latin typeface="+mj-lt"/>
              </a:rPr>
            </a:br>
            <a:r>
              <a:rPr lang="en-GB" sz="2000" dirty="0">
                <a:latin typeface="+mj-lt"/>
              </a:rPr>
              <a:t>High authorization workload</a:t>
            </a:r>
            <a:endParaRPr lang="en-GB" sz="1900" dirty="0">
              <a:latin typeface="+mj-lt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469235" y="220016"/>
            <a:ext cx="404495" cy="432434"/>
          </a:xfrm>
          <a:custGeom>
            <a:avLst/>
            <a:gdLst/>
            <a:ahLst/>
            <a:cxnLst/>
            <a:rect l="l" t="t" r="r" b="b"/>
            <a:pathLst>
              <a:path w="404495" h="432434">
                <a:moveTo>
                  <a:pt x="202064" y="73607"/>
                </a:moveTo>
                <a:lnTo>
                  <a:pt x="150100" y="84445"/>
                </a:lnTo>
                <a:lnTo>
                  <a:pt x="106186" y="114328"/>
                </a:lnTo>
                <a:lnTo>
                  <a:pt x="76789" y="158609"/>
                </a:lnTo>
                <a:lnTo>
                  <a:pt x="66765" y="208633"/>
                </a:lnTo>
                <a:lnTo>
                  <a:pt x="66734" y="208949"/>
                </a:lnTo>
                <a:lnTo>
                  <a:pt x="66626" y="210060"/>
                </a:lnTo>
                <a:lnTo>
                  <a:pt x="66558" y="210762"/>
                </a:lnTo>
                <a:lnTo>
                  <a:pt x="69902" y="240982"/>
                </a:lnTo>
                <a:lnTo>
                  <a:pt x="79644" y="269327"/>
                </a:lnTo>
                <a:lnTo>
                  <a:pt x="95345" y="294867"/>
                </a:lnTo>
                <a:lnTo>
                  <a:pt x="123266" y="323572"/>
                </a:lnTo>
                <a:lnTo>
                  <a:pt x="128221" y="331668"/>
                </a:lnTo>
                <a:lnTo>
                  <a:pt x="131295" y="340680"/>
                </a:lnTo>
                <a:lnTo>
                  <a:pt x="132350" y="350292"/>
                </a:lnTo>
                <a:lnTo>
                  <a:pt x="132350" y="384534"/>
                </a:lnTo>
                <a:lnTo>
                  <a:pt x="136102" y="403069"/>
                </a:lnTo>
                <a:lnTo>
                  <a:pt x="146330" y="418222"/>
                </a:lnTo>
                <a:lnTo>
                  <a:pt x="161485" y="428448"/>
                </a:lnTo>
                <a:lnTo>
                  <a:pt x="180024" y="432201"/>
                </a:lnTo>
                <a:lnTo>
                  <a:pt x="227447" y="432201"/>
                </a:lnTo>
                <a:lnTo>
                  <a:pt x="245985" y="428449"/>
                </a:lnTo>
                <a:lnTo>
                  <a:pt x="261141" y="418223"/>
                </a:lnTo>
                <a:lnTo>
                  <a:pt x="264481" y="413273"/>
                </a:lnTo>
                <a:lnTo>
                  <a:pt x="180024" y="413273"/>
                </a:lnTo>
                <a:lnTo>
                  <a:pt x="169864" y="411418"/>
                </a:lnTo>
                <a:lnTo>
                  <a:pt x="161286" y="406310"/>
                </a:lnTo>
                <a:lnTo>
                  <a:pt x="154983" y="398631"/>
                </a:lnTo>
                <a:lnTo>
                  <a:pt x="151637" y="389065"/>
                </a:lnTo>
                <a:lnTo>
                  <a:pt x="274203" y="389065"/>
                </a:lnTo>
                <a:lnTo>
                  <a:pt x="275121" y="384534"/>
                </a:lnTo>
                <a:lnTo>
                  <a:pt x="275121" y="370147"/>
                </a:lnTo>
                <a:lnTo>
                  <a:pt x="151272" y="370147"/>
                </a:lnTo>
                <a:lnTo>
                  <a:pt x="151272" y="359741"/>
                </a:lnTo>
                <a:lnTo>
                  <a:pt x="275121" y="359741"/>
                </a:lnTo>
                <a:lnTo>
                  <a:pt x="275121" y="350292"/>
                </a:lnTo>
                <a:lnTo>
                  <a:pt x="276174" y="340821"/>
                </a:lnTo>
                <a:lnTo>
                  <a:pt x="150547" y="340821"/>
                </a:lnTo>
                <a:lnTo>
                  <a:pt x="147836" y="329770"/>
                </a:lnTo>
                <a:lnTo>
                  <a:pt x="143201" y="319461"/>
                </a:lnTo>
                <a:lnTo>
                  <a:pt x="136753" y="310147"/>
                </a:lnTo>
                <a:lnTo>
                  <a:pt x="128600" y="302064"/>
                </a:lnTo>
                <a:lnTo>
                  <a:pt x="110305" y="283266"/>
                </a:lnTo>
                <a:lnTo>
                  <a:pt x="96769" y="261249"/>
                </a:lnTo>
                <a:lnTo>
                  <a:pt x="88370" y="236812"/>
                </a:lnTo>
                <a:lnTo>
                  <a:pt x="85487" y="210762"/>
                </a:lnTo>
                <a:lnTo>
                  <a:pt x="94608" y="165565"/>
                </a:lnTo>
                <a:lnTo>
                  <a:pt x="94681" y="165208"/>
                </a:lnTo>
                <a:lnTo>
                  <a:pt x="119740" y="127766"/>
                </a:lnTo>
                <a:lnTo>
                  <a:pt x="156876" y="102260"/>
                </a:lnTo>
                <a:lnTo>
                  <a:pt x="202301" y="92519"/>
                </a:lnTo>
                <a:lnTo>
                  <a:pt x="270191" y="92519"/>
                </a:lnTo>
                <a:lnTo>
                  <a:pt x="245355" y="80063"/>
                </a:lnTo>
                <a:lnTo>
                  <a:pt x="202064" y="73607"/>
                </a:lnTo>
                <a:close/>
              </a:path>
              <a:path w="404495" h="432434">
                <a:moveTo>
                  <a:pt x="274203" y="389065"/>
                </a:moveTo>
                <a:lnTo>
                  <a:pt x="255840" y="389065"/>
                </a:lnTo>
                <a:lnTo>
                  <a:pt x="252494" y="398631"/>
                </a:lnTo>
                <a:lnTo>
                  <a:pt x="246190" y="406310"/>
                </a:lnTo>
                <a:lnTo>
                  <a:pt x="237613" y="411418"/>
                </a:lnTo>
                <a:lnTo>
                  <a:pt x="227447" y="413273"/>
                </a:lnTo>
                <a:lnTo>
                  <a:pt x="264481" y="413273"/>
                </a:lnTo>
                <a:lnTo>
                  <a:pt x="271368" y="403069"/>
                </a:lnTo>
                <a:lnTo>
                  <a:pt x="274203" y="389065"/>
                </a:lnTo>
                <a:close/>
              </a:path>
              <a:path w="404495" h="432434">
                <a:moveTo>
                  <a:pt x="275121" y="359741"/>
                </a:moveTo>
                <a:lnTo>
                  <a:pt x="256199" y="359741"/>
                </a:lnTo>
                <a:lnTo>
                  <a:pt x="256199" y="370147"/>
                </a:lnTo>
                <a:lnTo>
                  <a:pt x="275121" y="370147"/>
                </a:lnTo>
                <a:lnTo>
                  <a:pt x="275121" y="359741"/>
                </a:lnTo>
                <a:close/>
              </a:path>
              <a:path w="404495" h="432434">
                <a:moveTo>
                  <a:pt x="270191" y="92519"/>
                </a:moveTo>
                <a:lnTo>
                  <a:pt x="203770" y="92519"/>
                </a:lnTo>
                <a:lnTo>
                  <a:pt x="249225" y="101632"/>
                </a:lnTo>
                <a:lnTo>
                  <a:pt x="286629" y="126532"/>
                </a:lnTo>
                <a:lnTo>
                  <a:pt x="312150" y="163523"/>
                </a:lnTo>
                <a:lnTo>
                  <a:pt x="321931" y="208634"/>
                </a:lnTo>
                <a:lnTo>
                  <a:pt x="321812" y="210763"/>
                </a:lnTo>
                <a:lnTo>
                  <a:pt x="311158" y="260320"/>
                </a:lnTo>
                <a:lnTo>
                  <a:pt x="279057" y="301913"/>
                </a:lnTo>
                <a:lnTo>
                  <a:pt x="270788" y="310147"/>
                </a:lnTo>
                <a:lnTo>
                  <a:pt x="264326" y="319461"/>
                </a:lnTo>
                <a:lnTo>
                  <a:pt x="259658" y="329770"/>
                </a:lnTo>
                <a:lnTo>
                  <a:pt x="256958" y="340680"/>
                </a:lnTo>
                <a:lnTo>
                  <a:pt x="256923" y="340821"/>
                </a:lnTo>
                <a:lnTo>
                  <a:pt x="276174" y="340821"/>
                </a:lnTo>
                <a:lnTo>
                  <a:pt x="276190" y="340680"/>
                </a:lnTo>
                <a:lnTo>
                  <a:pt x="279298" y="331669"/>
                </a:lnTo>
                <a:lnTo>
                  <a:pt x="284275" y="323572"/>
                </a:lnTo>
                <a:lnTo>
                  <a:pt x="312596" y="294272"/>
                </a:lnTo>
                <a:lnTo>
                  <a:pt x="328344" y="268256"/>
                </a:lnTo>
                <a:lnTo>
                  <a:pt x="337924" y="239395"/>
                </a:lnTo>
                <a:lnTo>
                  <a:pt x="340693" y="210763"/>
                </a:lnTo>
                <a:lnTo>
                  <a:pt x="340761" y="210060"/>
                </a:lnTo>
                <a:lnTo>
                  <a:pt x="340868" y="208949"/>
                </a:lnTo>
                <a:lnTo>
                  <a:pt x="340899" y="208634"/>
                </a:lnTo>
                <a:lnTo>
                  <a:pt x="333260" y="165566"/>
                </a:lnTo>
                <a:lnTo>
                  <a:pt x="313255" y="128286"/>
                </a:lnTo>
                <a:lnTo>
                  <a:pt x="283186" y="99037"/>
                </a:lnTo>
                <a:lnTo>
                  <a:pt x="270191" y="92519"/>
                </a:lnTo>
                <a:close/>
              </a:path>
              <a:path w="404495" h="432434">
                <a:moveTo>
                  <a:pt x="400124" y="194259"/>
                </a:moveTo>
                <a:lnTo>
                  <a:pt x="354378" y="194259"/>
                </a:lnTo>
                <a:lnTo>
                  <a:pt x="350148" y="198489"/>
                </a:lnTo>
                <a:lnTo>
                  <a:pt x="350148" y="208949"/>
                </a:lnTo>
                <a:lnTo>
                  <a:pt x="354378" y="213179"/>
                </a:lnTo>
                <a:lnTo>
                  <a:pt x="400138" y="213179"/>
                </a:lnTo>
                <a:lnTo>
                  <a:pt x="404368" y="208949"/>
                </a:lnTo>
                <a:lnTo>
                  <a:pt x="404368" y="198489"/>
                </a:lnTo>
                <a:lnTo>
                  <a:pt x="400124" y="194259"/>
                </a:lnTo>
                <a:close/>
              </a:path>
              <a:path w="404495" h="432434">
                <a:moveTo>
                  <a:pt x="49977" y="191140"/>
                </a:moveTo>
                <a:lnTo>
                  <a:pt x="4231" y="191140"/>
                </a:lnTo>
                <a:lnTo>
                  <a:pt x="0" y="195377"/>
                </a:lnTo>
                <a:lnTo>
                  <a:pt x="0" y="205830"/>
                </a:lnTo>
                <a:lnTo>
                  <a:pt x="4231" y="210060"/>
                </a:lnTo>
                <a:lnTo>
                  <a:pt x="49985" y="210060"/>
                </a:lnTo>
                <a:lnTo>
                  <a:pt x="54217" y="205830"/>
                </a:lnTo>
                <a:lnTo>
                  <a:pt x="54217" y="195377"/>
                </a:lnTo>
                <a:lnTo>
                  <a:pt x="49977" y="191140"/>
                </a:lnTo>
                <a:close/>
              </a:path>
              <a:path w="404495" h="432434">
                <a:moveTo>
                  <a:pt x="369665" y="96355"/>
                </a:moveTo>
                <a:lnTo>
                  <a:pt x="330043" y="119232"/>
                </a:lnTo>
                <a:lnTo>
                  <a:pt x="328487" y="125018"/>
                </a:lnTo>
                <a:lnTo>
                  <a:pt x="332854" y="132574"/>
                </a:lnTo>
                <a:lnTo>
                  <a:pt x="336037" y="134274"/>
                </a:lnTo>
                <a:lnTo>
                  <a:pt x="340913" y="134274"/>
                </a:lnTo>
                <a:lnTo>
                  <a:pt x="342541" y="133858"/>
                </a:lnTo>
                <a:lnTo>
                  <a:pt x="379115" y="112737"/>
                </a:lnTo>
                <a:lnTo>
                  <a:pt x="380664" y="106951"/>
                </a:lnTo>
                <a:lnTo>
                  <a:pt x="375444" y="97911"/>
                </a:lnTo>
                <a:lnTo>
                  <a:pt x="369665" y="96355"/>
                </a:lnTo>
                <a:close/>
              </a:path>
              <a:path w="404495" h="432434">
                <a:moveTo>
                  <a:pt x="36267" y="93645"/>
                </a:moveTo>
                <a:lnTo>
                  <a:pt x="30479" y="95193"/>
                </a:lnTo>
                <a:lnTo>
                  <a:pt x="25259" y="104241"/>
                </a:lnTo>
                <a:lnTo>
                  <a:pt x="26807" y="110026"/>
                </a:lnTo>
                <a:lnTo>
                  <a:pt x="63385" y="131147"/>
                </a:lnTo>
                <a:lnTo>
                  <a:pt x="65010" y="131563"/>
                </a:lnTo>
                <a:lnTo>
                  <a:pt x="69886" y="131563"/>
                </a:lnTo>
                <a:lnTo>
                  <a:pt x="73067" y="129871"/>
                </a:lnTo>
                <a:lnTo>
                  <a:pt x="77426" y="122300"/>
                </a:lnTo>
                <a:lnTo>
                  <a:pt x="75878" y="116515"/>
                </a:lnTo>
                <a:lnTo>
                  <a:pt x="36267" y="93645"/>
                </a:lnTo>
                <a:close/>
              </a:path>
              <a:path w="404495" h="432434">
                <a:moveTo>
                  <a:pt x="300093" y="25257"/>
                </a:moveTo>
                <a:lnTo>
                  <a:pt x="294307" y="26806"/>
                </a:lnTo>
                <a:lnTo>
                  <a:pt x="271435" y="66416"/>
                </a:lnTo>
                <a:lnTo>
                  <a:pt x="272983" y="72202"/>
                </a:lnTo>
                <a:lnTo>
                  <a:pt x="278999" y="75664"/>
                </a:lnTo>
                <a:lnTo>
                  <a:pt x="280627" y="76080"/>
                </a:lnTo>
                <a:lnTo>
                  <a:pt x="285502" y="76080"/>
                </a:lnTo>
                <a:lnTo>
                  <a:pt x="288679" y="74381"/>
                </a:lnTo>
                <a:lnTo>
                  <a:pt x="310691" y="36262"/>
                </a:lnTo>
                <a:lnTo>
                  <a:pt x="309142" y="30476"/>
                </a:lnTo>
                <a:lnTo>
                  <a:pt x="300093" y="25257"/>
                </a:lnTo>
                <a:close/>
              </a:path>
              <a:path w="404495" h="432434">
                <a:moveTo>
                  <a:pt x="106960" y="23680"/>
                </a:moveTo>
                <a:lnTo>
                  <a:pt x="97918" y="28913"/>
                </a:lnTo>
                <a:lnTo>
                  <a:pt x="96355" y="34699"/>
                </a:lnTo>
                <a:lnTo>
                  <a:pt x="118375" y="72825"/>
                </a:lnTo>
                <a:lnTo>
                  <a:pt x="121558" y="74524"/>
                </a:lnTo>
                <a:lnTo>
                  <a:pt x="126434" y="74524"/>
                </a:lnTo>
                <a:lnTo>
                  <a:pt x="128062" y="74108"/>
                </a:lnTo>
                <a:lnTo>
                  <a:pt x="134070" y="70631"/>
                </a:lnTo>
                <a:lnTo>
                  <a:pt x="135626" y="64846"/>
                </a:lnTo>
                <a:lnTo>
                  <a:pt x="112766" y="25257"/>
                </a:lnTo>
                <a:lnTo>
                  <a:pt x="106960" y="23680"/>
                </a:lnTo>
                <a:close/>
              </a:path>
              <a:path w="404495" h="432434">
                <a:moveTo>
                  <a:pt x="208962" y="0"/>
                </a:moveTo>
                <a:lnTo>
                  <a:pt x="198508" y="0"/>
                </a:lnTo>
                <a:lnTo>
                  <a:pt x="194277" y="4229"/>
                </a:lnTo>
                <a:lnTo>
                  <a:pt x="194277" y="49977"/>
                </a:lnTo>
                <a:lnTo>
                  <a:pt x="198508" y="54207"/>
                </a:lnTo>
                <a:lnTo>
                  <a:pt x="208962" y="54207"/>
                </a:lnTo>
                <a:lnTo>
                  <a:pt x="213199" y="49977"/>
                </a:lnTo>
                <a:lnTo>
                  <a:pt x="213199" y="4229"/>
                </a:lnTo>
                <a:lnTo>
                  <a:pt x="208962" y="0"/>
                </a:lnTo>
                <a:close/>
              </a:path>
            </a:pathLst>
          </a:custGeom>
          <a:solidFill>
            <a:srgbClr val="0F6860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09494" y="220016"/>
            <a:ext cx="6616376" cy="47690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95"/>
              </a:spcBef>
            </a:pPr>
            <a:r>
              <a:rPr sz="2200" b="1" u="sng" dirty="0">
                <a:uFill>
                  <a:solidFill>
                    <a:srgbClr val="000000"/>
                  </a:solidFill>
                </a:uFill>
                <a:latin typeface="+mj-lt"/>
                <a:cs typeface="Times New Roman"/>
              </a:rPr>
              <a:t>Business</a:t>
            </a:r>
            <a:r>
              <a:rPr sz="2200" b="1" u="sng" spc="-40" dirty="0">
                <a:uFill>
                  <a:solidFill>
                    <a:srgbClr val="000000"/>
                  </a:solidFill>
                </a:uFill>
                <a:latin typeface="+mj-lt"/>
                <a:cs typeface="Times New Roman"/>
              </a:rPr>
              <a:t> </a:t>
            </a: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+mj-lt"/>
                <a:cs typeface="Times New Roman"/>
              </a:rPr>
              <a:t>Need/Opportunity</a:t>
            </a:r>
            <a:endParaRPr sz="2200" dirty="0">
              <a:latin typeface="+mj-lt"/>
              <a:cs typeface="Times New Roman"/>
            </a:endParaRPr>
          </a:p>
          <a:p>
            <a:pPr marL="214629" marR="495300" indent="-202565">
              <a:lnSpc>
                <a:spcPct val="118400"/>
              </a:lnSpc>
              <a:spcBef>
                <a:spcPts val="1250"/>
              </a:spcBef>
              <a:buFont typeface="Arial MT"/>
              <a:buChar char="•"/>
              <a:tabLst>
                <a:tab pos="216535" algn="l"/>
              </a:tabLst>
            </a:pPr>
            <a:r>
              <a:rPr lang="en-GB" sz="1900" i="1" dirty="0">
                <a:latin typeface="+mj-lt"/>
                <a:cs typeface="Times New Roman" panose="02020603050405020304" pitchFamily="18" charset="0"/>
              </a:rPr>
              <a:t>Automated authorization processing leveraging advanced language models for instant documentation review and policy matching</a:t>
            </a:r>
          </a:p>
          <a:p>
            <a:pPr marL="214629" marR="495300" indent="-202565">
              <a:lnSpc>
                <a:spcPct val="118400"/>
              </a:lnSpc>
              <a:spcBef>
                <a:spcPts val="1250"/>
              </a:spcBef>
              <a:buFont typeface="Arial MT"/>
              <a:buChar char="•"/>
              <a:tabLst>
                <a:tab pos="216535" algn="l"/>
              </a:tabLst>
            </a:pPr>
            <a:r>
              <a:rPr lang="en-GB" sz="1900" i="1" dirty="0">
                <a:latin typeface="+mj-lt"/>
                <a:cs typeface="Times New Roman" panose="02020603050405020304" pitchFamily="18" charset="0"/>
              </a:rPr>
              <a:t>Smart eligibility assessment combining structured data, inference engines, and clinical rule frameworks</a:t>
            </a:r>
          </a:p>
          <a:p>
            <a:pPr marL="214629" marR="495300" indent="-202565">
              <a:lnSpc>
                <a:spcPct val="118400"/>
              </a:lnSpc>
              <a:spcBef>
                <a:spcPts val="1250"/>
              </a:spcBef>
              <a:buFont typeface="Arial MT"/>
              <a:buChar char="•"/>
              <a:tabLst>
                <a:tab pos="216535" algn="l"/>
              </a:tabLst>
            </a:pPr>
            <a:r>
              <a:rPr lang="en-GB" sz="1900" i="1" dirty="0">
                <a:latin typeface="+mj-lt"/>
                <a:cs typeface="Times New Roman" panose="02020603050405020304" pitchFamily="18" charset="0"/>
              </a:rPr>
              <a:t>Protected information flow using distributed ledger technology and verifiable digital credentials</a:t>
            </a:r>
          </a:p>
          <a:p>
            <a:pPr marL="214629" marR="495300" indent="-202565">
              <a:spcBef>
                <a:spcPts val="1250"/>
              </a:spcBef>
              <a:buFont typeface="Arial MT"/>
              <a:buChar char="•"/>
              <a:tabLst>
                <a:tab pos="216535" algn="l"/>
              </a:tabLst>
            </a:pPr>
            <a:r>
              <a:rPr lang="en-GB" sz="1900" i="1" dirty="0">
                <a:latin typeface="+mj-lt"/>
                <a:cs typeface="Times New Roman" panose="02020603050405020304" pitchFamily="18" charset="0"/>
              </a:rPr>
              <a:t>Live tracking dashboards with proactive notifications, exception handling, and regulatory adherence checks</a:t>
            </a:r>
          </a:p>
          <a:p>
            <a:pPr marL="214629" marR="495300" indent="-202565">
              <a:spcBef>
                <a:spcPts val="1250"/>
              </a:spcBef>
              <a:buFont typeface="Arial MT"/>
              <a:buChar char="•"/>
              <a:tabLst>
                <a:tab pos="216535" algn="l"/>
              </a:tabLst>
            </a:pPr>
            <a:r>
              <a:rPr lang="en-GB" sz="1900" i="1" dirty="0">
                <a:latin typeface="+mj-lt"/>
                <a:cs typeface="Times New Roman" panose="02020603050405020304" pitchFamily="18" charset="0"/>
              </a:rPr>
              <a:t>Modular cloud-based services ensuring seamless connectivity with hospital systems and insurance platforms</a:t>
            </a:r>
          </a:p>
        </p:txBody>
      </p:sp>
      <p:pic>
        <p:nvPicPr>
          <p:cNvPr id="22" name="object 22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63" y="6020420"/>
            <a:ext cx="4528396" cy="3191510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238196" y="5037142"/>
            <a:ext cx="29908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u="sng" dirty="0">
                <a:uFill>
                  <a:solidFill>
                    <a:srgbClr val="000000"/>
                  </a:solidFill>
                </a:uFill>
                <a:latin typeface="+mj-lt"/>
                <a:cs typeface="Times New Roman"/>
              </a:rPr>
              <a:t>Market</a:t>
            </a:r>
            <a:r>
              <a:rPr sz="2200" b="1" u="sng" spc="-55" dirty="0">
                <a:uFill>
                  <a:solidFill>
                    <a:srgbClr val="000000"/>
                  </a:solidFill>
                </a:uFill>
                <a:latin typeface="+mj-lt"/>
                <a:cs typeface="Times New Roman"/>
              </a:rPr>
              <a:t> 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latin typeface="+mj-lt"/>
                <a:cs typeface="Times New Roman"/>
              </a:rPr>
              <a:t>Size</a:t>
            </a:r>
            <a:r>
              <a:rPr sz="2200" b="1" u="sng" spc="-35" dirty="0">
                <a:uFill>
                  <a:solidFill>
                    <a:srgbClr val="000000"/>
                  </a:solidFill>
                </a:uFill>
                <a:latin typeface="+mj-lt"/>
                <a:cs typeface="Times New Roman"/>
              </a:rPr>
              <a:t> 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latin typeface="+mj-lt"/>
                <a:cs typeface="Times New Roman"/>
              </a:rPr>
              <a:t>and</a:t>
            </a:r>
            <a:r>
              <a:rPr sz="2200" b="1" u="sng" spc="-50" dirty="0">
                <a:uFill>
                  <a:solidFill>
                    <a:srgbClr val="000000"/>
                  </a:solidFill>
                </a:uFill>
                <a:latin typeface="+mj-lt"/>
                <a:cs typeface="Times New Roman"/>
              </a:rPr>
              <a:t> </a:t>
            </a: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+mj-lt"/>
                <a:cs typeface="Times New Roman"/>
              </a:rPr>
              <a:t>Growth</a:t>
            </a:r>
            <a:endParaRPr sz="2200" dirty="0">
              <a:latin typeface="+mj-lt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75124" y="5037142"/>
            <a:ext cx="21056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u="sng" dirty="0">
                <a:uFill>
                  <a:solidFill>
                    <a:srgbClr val="000000"/>
                  </a:solidFill>
                </a:uFill>
                <a:latin typeface="+mj-lt"/>
                <a:cs typeface="Times New Roman"/>
              </a:rPr>
              <a:t>Future</a:t>
            </a:r>
            <a:r>
              <a:rPr sz="2200" b="1" u="sng" spc="-120" dirty="0">
                <a:uFill>
                  <a:solidFill>
                    <a:srgbClr val="000000"/>
                  </a:solidFill>
                </a:uFill>
                <a:latin typeface="+mj-lt"/>
                <a:cs typeface="Times New Roman"/>
              </a:rPr>
              <a:t> </a:t>
            </a: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+mj-lt"/>
                <a:cs typeface="Times New Roman"/>
              </a:rPr>
              <a:t>Readiness</a:t>
            </a:r>
            <a:endParaRPr sz="2200" dirty="0">
              <a:latin typeface="+mj-lt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22491" y="1328964"/>
            <a:ext cx="3943807" cy="323505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200" b="1" dirty="0">
                <a:latin typeface="+mj-lt"/>
                <a:cs typeface="Times New Roman"/>
              </a:rPr>
              <a:t>Problem</a:t>
            </a:r>
            <a:r>
              <a:rPr sz="2200" b="1" spc="-135" dirty="0">
                <a:latin typeface="+mj-lt"/>
                <a:cs typeface="Times New Roman"/>
              </a:rPr>
              <a:t> </a:t>
            </a:r>
            <a:r>
              <a:rPr sz="2200" b="1" spc="-10" dirty="0">
                <a:latin typeface="+mj-lt"/>
                <a:cs typeface="Times New Roman"/>
              </a:rPr>
              <a:t>Statement</a:t>
            </a:r>
            <a:endParaRPr sz="2200" dirty="0">
              <a:latin typeface="+mj-lt"/>
              <a:cs typeface="Times New Roman"/>
            </a:endParaRPr>
          </a:p>
          <a:p>
            <a:pPr marL="12700" marR="5080" algn="l">
              <a:lnSpc>
                <a:spcPct val="118400"/>
              </a:lnSpc>
              <a:spcBef>
                <a:spcPts val="35"/>
              </a:spcBef>
            </a:pPr>
            <a:r>
              <a:rPr lang="en-GB" sz="1900" dirty="0">
                <a:latin typeface="+mj-lt"/>
              </a:rPr>
              <a:t>To streamline and enhance the prior authorization process by leveraging AI to automatically </a:t>
            </a:r>
            <a:r>
              <a:rPr lang="en-GB" sz="1900" dirty="0" err="1">
                <a:latin typeface="+mj-lt"/>
              </a:rPr>
              <a:t>analyze</a:t>
            </a:r>
            <a:r>
              <a:rPr lang="en-GB" sz="1900" dirty="0">
                <a:latin typeface="+mj-lt"/>
              </a:rPr>
              <a:t> unstructured clinical notes, interpret complex payer policies, and generate accurate, payer-specific authorization submissions through an intelligent automated system.</a:t>
            </a:r>
            <a:endParaRPr sz="1900" dirty="0">
              <a:latin typeface="+mj-lt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6542" y="195927"/>
            <a:ext cx="4116348" cy="8098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15900"/>
              </a:lnSpc>
              <a:spcBef>
                <a:spcPts val="105"/>
              </a:spcBef>
            </a:pPr>
            <a:r>
              <a:rPr lang="en-IN" sz="2300" b="1" u="sng" dirty="0" err="1">
                <a:uFill>
                  <a:solidFill>
                    <a:srgbClr val="000000"/>
                  </a:solidFill>
                </a:uFill>
                <a:latin typeface="+mj-lt"/>
                <a:cs typeface="Times New Roman"/>
              </a:rPr>
              <a:t>AutoAuth</a:t>
            </a:r>
            <a:r>
              <a:rPr lang="en-IN" sz="2300" b="1" u="sng" dirty="0">
                <a:uFill>
                  <a:solidFill>
                    <a:srgbClr val="000000"/>
                  </a:solidFill>
                </a:uFill>
                <a:latin typeface="+mj-lt"/>
                <a:cs typeface="Times New Roman"/>
              </a:rPr>
              <a:t> (</a:t>
            </a:r>
            <a:r>
              <a:rPr lang="en-IN" sz="2300" b="1" u="sng" dirty="0" err="1">
                <a:uFill>
                  <a:solidFill>
                    <a:srgbClr val="000000"/>
                  </a:solidFill>
                </a:uFill>
                <a:latin typeface="+mj-lt"/>
                <a:cs typeface="Times New Roman"/>
              </a:rPr>
              <a:t>SureCare</a:t>
            </a:r>
            <a:r>
              <a:rPr lang="en-IN" sz="2300" b="1" u="sng" dirty="0">
                <a:uFill>
                  <a:solidFill>
                    <a:srgbClr val="000000"/>
                  </a:solidFill>
                </a:uFill>
                <a:latin typeface="+mj-lt"/>
                <a:cs typeface="Times New Roman"/>
              </a:rPr>
              <a:t> AI) </a:t>
            </a:r>
            <a:r>
              <a:rPr sz="2300" b="1" u="sng" dirty="0">
                <a:uFill>
                  <a:solidFill>
                    <a:srgbClr val="000000"/>
                  </a:solidFill>
                </a:uFill>
                <a:latin typeface="+mj-lt"/>
                <a:cs typeface="Times New Roman"/>
              </a:rPr>
              <a:t>:</a:t>
            </a:r>
            <a:br>
              <a:rPr lang="en-IN" sz="2300" b="1" u="sng" dirty="0">
                <a:uFill>
                  <a:solidFill>
                    <a:srgbClr val="000000"/>
                  </a:solidFill>
                </a:uFill>
                <a:latin typeface="+mj-lt"/>
                <a:cs typeface="Times New Roman"/>
              </a:rPr>
            </a:br>
            <a:r>
              <a:rPr lang="en-IN" sz="2300" b="1" u="sng" spc="-10" dirty="0">
                <a:uFill>
                  <a:solidFill>
                    <a:srgbClr val="000000"/>
                  </a:solidFill>
                </a:uFill>
                <a:latin typeface="+mj-lt"/>
                <a:cs typeface="Times New Roman"/>
              </a:rPr>
              <a:t>Smart Prior Authorization System</a:t>
            </a:r>
            <a:endParaRPr sz="2300" dirty="0">
              <a:latin typeface="+mj-lt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871443" y="6646240"/>
            <a:ext cx="2230120" cy="3335528"/>
          </a:xfrm>
          <a:prstGeom prst="rect">
            <a:avLst/>
          </a:prstGeom>
          <a:ln w="30470">
            <a:solidFill>
              <a:srgbClr val="0F686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430"/>
              </a:spcBef>
            </a:pPr>
            <a:r>
              <a:rPr sz="2150" b="1" i="1" dirty="0">
                <a:solidFill>
                  <a:srgbClr val="343431"/>
                </a:solidFill>
                <a:latin typeface="+mj-lt"/>
                <a:cs typeface="Calibri"/>
              </a:rPr>
              <a:t>Team</a:t>
            </a:r>
            <a:r>
              <a:rPr sz="2150" b="1" i="1" spc="195" dirty="0">
                <a:solidFill>
                  <a:srgbClr val="343431"/>
                </a:solidFill>
                <a:latin typeface="+mj-lt"/>
                <a:cs typeface="Calibri"/>
              </a:rPr>
              <a:t> </a:t>
            </a:r>
            <a:r>
              <a:rPr sz="2150" b="1" i="1" spc="-20" dirty="0">
                <a:solidFill>
                  <a:srgbClr val="343431"/>
                </a:solidFill>
                <a:latin typeface="+mj-lt"/>
                <a:cs typeface="Calibri"/>
              </a:rPr>
              <a:t>Name:</a:t>
            </a:r>
            <a:endParaRPr sz="2150" dirty="0">
              <a:latin typeface="+mj-lt"/>
              <a:cs typeface="Calibri"/>
            </a:endParaRPr>
          </a:p>
          <a:p>
            <a:pPr marL="69215">
              <a:lnSpc>
                <a:spcPct val="100000"/>
              </a:lnSpc>
              <a:spcBef>
                <a:spcPts val="620"/>
              </a:spcBef>
            </a:pPr>
            <a:r>
              <a:rPr lang="en-IN" sz="2150" b="1" spc="-10" dirty="0" err="1">
                <a:solidFill>
                  <a:srgbClr val="343431"/>
                </a:solidFill>
                <a:latin typeface="+mj-lt"/>
                <a:cs typeface="Times New Roman"/>
              </a:rPr>
              <a:t>NexaForge</a:t>
            </a:r>
            <a:endParaRPr sz="2150" dirty="0">
              <a:latin typeface="+mj-lt"/>
              <a:cs typeface="Times New Roman"/>
            </a:endParaRPr>
          </a:p>
          <a:p>
            <a:pPr marL="69215">
              <a:lnSpc>
                <a:spcPct val="100000"/>
              </a:lnSpc>
              <a:spcBef>
                <a:spcPts val="1430"/>
              </a:spcBef>
            </a:pPr>
            <a:r>
              <a:rPr sz="1800" b="1" i="1" dirty="0">
                <a:latin typeface="+mj-lt"/>
                <a:cs typeface="Calibri"/>
              </a:rPr>
              <a:t>Team</a:t>
            </a:r>
            <a:r>
              <a:rPr sz="1800" b="1" i="1" spc="120" dirty="0">
                <a:latin typeface="+mj-lt"/>
                <a:cs typeface="Calibri"/>
              </a:rPr>
              <a:t> </a:t>
            </a:r>
            <a:r>
              <a:rPr sz="1800" b="1" i="1" spc="-10" dirty="0">
                <a:latin typeface="+mj-lt"/>
                <a:cs typeface="Calibri"/>
              </a:rPr>
              <a:t>Members:</a:t>
            </a:r>
            <a:endParaRPr sz="1800" dirty="0">
              <a:latin typeface="+mj-lt"/>
              <a:cs typeface="Calibri"/>
            </a:endParaRPr>
          </a:p>
          <a:p>
            <a:pPr marL="457200" indent="-193040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457200" algn="l"/>
              </a:tabLst>
            </a:pPr>
            <a:r>
              <a:rPr lang="en-IN" b="1" dirty="0" err="1">
                <a:latin typeface="+mj-lt"/>
                <a:cs typeface="Times New Roman"/>
              </a:rPr>
              <a:t>Akilraj</a:t>
            </a:r>
            <a:r>
              <a:rPr lang="en-IN" b="1" dirty="0">
                <a:latin typeface="+mj-lt"/>
                <a:cs typeface="Times New Roman"/>
              </a:rPr>
              <a:t> K R</a:t>
            </a:r>
          </a:p>
          <a:p>
            <a:pPr marL="457200" indent="-193040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457200" algn="l"/>
              </a:tabLst>
            </a:pPr>
            <a:r>
              <a:rPr lang="en-IN" b="1" dirty="0" err="1">
                <a:latin typeface="+mj-lt"/>
                <a:cs typeface="Times New Roman"/>
              </a:rPr>
              <a:t>Arulkumaran</a:t>
            </a:r>
            <a:r>
              <a:rPr lang="en-IN" b="1" dirty="0">
                <a:latin typeface="+mj-lt"/>
                <a:cs typeface="Times New Roman"/>
              </a:rPr>
              <a:t> K</a:t>
            </a:r>
          </a:p>
          <a:p>
            <a:pPr marL="457200" indent="-19304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457200" algn="l"/>
              </a:tabLst>
            </a:pPr>
            <a:r>
              <a:rPr lang="en-IN" b="1" dirty="0" err="1">
                <a:latin typeface="+mj-lt"/>
                <a:cs typeface="Times New Roman"/>
              </a:rPr>
              <a:t>Dharun</a:t>
            </a:r>
            <a:r>
              <a:rPr lang="en-IN" b="1" dirty="0">
                <a:latin typeface="+mj-lt"/>
                <a:cs typeface="Times New Roman"/>
              </a:rPr>
              <a:t> A</a:t>
            </a:r>
            <a:endParaRPr sz="1800" dirty="0">
              <a:latin typeface="+mj-lt"/>
              <a:cs typeface="Times New Roman"/>
            </a:endParaRPr>
          </a:p>
          <a:p>
            <a:pPr marL="457200" indent="-193040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457200" algn="l"/>
              </a:tabLst>
            </a:pPr>
            <a:r>
              <a:rPr lang="en-IN" b="1" dirty="0" err="1">
                <a:latin typeface="+mj-lt"/>
                <a:cs typeface="Times New Roman"/>
              </a:rPr>
              <a:t>Gokulram</a:t>
            </a:r>
            <a:endParaRPr lang="en-IN" b="1" dirty="0">
              <a:latin typeface="+mj-lt"/>
              <a:cs typeface="Times New Roman"/>
            </a:endParaRPr>
          </a:p>
          <a:p>
            <a:pPr marL="457200" indent="-193040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457200" algn="l"/>
              </a:tabLst>
            </a:pPr>
            <a:r>
              <a:rPr lang="en-IN" b="1" dirty="0" err="1">
                <a:latin typeface="+mj-lt"/>
                <a:cs typeface="Times New Roman"/>
              </a:rPr>
              <a:t>Nagaroshan</a:t>
            </a:r>
            <a:r>
              <a:rPr lang="en-IN" b="1" dirty="0">
                <a:latin typeface="+mj-lt"/>
                <a:cs typeface="Times New Roman"/>
              </a:rPr>
              <a:t> N S</a:t>
            </a:r>
          </a:p>
          <a:p>
            <a:pPr marL="457200" indent="-193040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457200" algn="l"/>
              </a:tabLst>
            </a:pPr>
            <a:endParaRPr sz="1800" dirty="0">
              <a:latin typeface="+mj-lt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C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32879" y="2981960"/>
            <a:ext cx="2562860" cy="3105785"/>
            <a:chOff x="532879" y="2981960"/>
            <a:chExt cx="2562860" cy="3105785"/>
          </a:xfrm>
        </p:grpSpPr>
        <p:sp>
          <p:nvSpPr>
            <p:cNvPr id="4" name="object 4"/>
            <p:cNvSpPr/>
            <p:nvPr/>
          </p:nvSpPr>
          <p:spPr>
            <a:xfrm>
              <a:off x="570979" y="3020060"/>
              <a:ext cx="2486660" cy="3029585"/>
            </a:xfrm>
            <a:custGeom>
              <a:avLst/>
              <a:gdLst/>
              <a:ahLst/>
              <a:cxnLst/>
              <a:rect l="l" t="t" r="r" b="b"/>
              <a:pathLst>
                <a:path w="2486660" h="3029585">
                  <a:moveTo>
                    <a:pt x="2362720" y="0"/>
                  </a:moveTo>
                  <a:lnTo>
                    <a:pt x="123278" y="0"/>
                  </a:lnTo>
                  <a:lnTo>
                    <a:pt x="75293" y="9675"/>
                  </a:lnTo>
                  <a:lnTo>
                    <a:pt x="36107" y="36068"/>
                  </a:lnTo>
                  <a:lnTo>
                    <a:pt x="9687" y="75223"/>
                  </a:lnTo>
                  <a:lnTo>
                    <a:pt x="0" y="123190"/>
                  </a:lnTo>
                  <a:lnTo>
                    <a:pt x="0" y="2905760"/>
                  </a:lnTo>
                  <a:lnTo>
                    <a:pt x="9687" y="2953746"/>
                  </a:lnTo>
                  <a:lnTo>
                    <a:pt x="36107" y="2992945"/>
                  </a:lnTo>
                  <a:lnTo>
                    <a:pt x="75293" y="3019381"/>
                  </a:lnTo>
                  <a:lnTo>
                    <a:pt x="123278" y="3029077"/>
                  </a:lnTo>
                  <a:lnTo>
                    <a:pt x="2362720" y="3029077"/>
                  </a:lnTo>
                  <a:lnTo>
                    <a:pt x="2410706" y="3019381"/>
                  </a:lnTo>
                  <a:lnTo>
                    <a:pt x="2449906" y="2992945"/>
                  </a:lnTo>
                  <a:lnTo>
                    <a:pt x="2476342" y="2953746"/>
                  </a:lnTo>
                  <a:lnTo>
                    <a:pt x="2486037" y="2905760"/>
                  </a:lnTo>
                  <a:lnTo>
                    <a:pt x="2486037" y="123190"/>
                  </a:lnTo>
                  <a:lnTo>
                    <a:pt x="2476342" y="75223"/>
                  </a:lnTo>
                  <a:lnTo>
                    <a:pt x="2449906" y="36068"/>
                  </a:lnTo>
                  <a:lnTo>
                    <a:pt x="2410706" y="9675"/>
                  </a:lnTo>
                  <a:lnTo>
                    <a:pt x="23627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0979" y="3020060"/>
              <a:ext cx="2486660" cy="3029585"/>
            </a:xfrm>
            <a:custGeom>
              <a:avLst/>
              <a:gdLst/>
              <a:ahLst/>
              <a:cxnLst/>
              <a:rect l="l" t="t" r="r" b="b"/>
              <a:pathLst>
                <a:path w="2486660" h="3029585">
                  <a:moveTo>
                    <a:pt x="2362720" y="3029077"/>
                  </a:moveTo>
                  <a:lnTo>
                    <a:pt x="123278" y="3029077"/>
                  </a:lnTo>
                  <a:lnTo>
                    <a:pt x="75293" y="3019381"/>
                  </a:lnTo>
                  <a:lnTo>
                    <a:pt x="36107" y="2992945"/>
                  </a:lnTo>
                  <a:lnTo>
                    <a:pt x="9687" y="2953746"/>
                  </a:lnTo>
                  <a:lnTo>
                    <a:pt x="0" y="2905760"/>
                  </a:lnTo>
                  <a:lnTo>
                    <a:pt x="0" y="123190"/>
                  </a:lnTo>
                  <a:lnTo>
                    <a:pt x="9687" y="75223"/>
                  </a:lnTo>
                  <a:lnTo>
                    <a:pt x="36107" y="36068"/>
                  </a:lnTo>
                  <a:lnTo>
                    <a:pt x="75293" y="9675"/>
                  </a:lnTo>
                  <a:lnTo>
                    <a:pt x="123278" y="0"/>
                  </a:lnTo>
                  <a:lnTo>
                    <a:pt x="2362720" y="0"/>
                  </a:lnTo>
                  <a:lnTo>
                    <a:pt x="2410706" y="9675"/>
                  </a:lnTo>
                  <a:lnTo>
                    <a:pt x="2449906" y="36068"/>
                  </a:lnTo>
                  <a:lnTo>
                    <a:pt x="2476342" y="75223"/>
                  </a:lnTo>
                  <a:lnTo>
                    <a:pt x="2486037" y="123190"/>
                  </a:lnTo>
                  <a:lnTo>
                    <a:pt x="2486037" y="2905760"/>
                  </a:lnTo>
                  <a:lnTo>
                    <a:pt x="2476342" y="2953746"/>
                  </a:lnTo>
                  <a:lnTo>
                    <a:pt x="2449906" y="2992945"/>
                  </a:lnTo>
                  <a:lnTo>
                    <a:pt x="2410706" y="3019381"/>
                  </a:lnTo>
                  <a:lnTo>
                    <a:pt x="2362720" y="3029077"/>
                  </a:lnTo>
                  <a:close/>
                </a:path>
              </a:pathLst>
            </a:custGeom>
            <a:ln w="76199">
              <a:solidFill>
                <a:srgbClr val="0F68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8268" y="3039846"/>
              <a:ext cx="875293" cy="4081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25994" y="3039846"/>
              <a:ext cx="763270" cy="839469"/>
            </a:xfrm>
            <a:custGeom>
              <a:avLst/>
              <a:gdLst/>
              <a:ahLst/>
              <a:cxnLst/>
              <a:rect l="l" t="t" r="r" b="b"/>
              <a:pathLst>
                <a:path w="763269" h="839470">
                  <a:moveTo>
                    <a:pt x="546201" y="606666"/>
                  </a:moveTo>
                  <a:lnTo>
                    <a:pt x="538759" y="559917"/>
                  </a:lnTo>
                  <a:lnTo>
                    <a:pt x="518045" y="519315"/>
                  </a:lnTo>
                  <a:lnTo>
                    <a:pt x="511860" y="513054"/>
                  </a:lnTo>
                  <a:lnTo>
                    <a:pt x="511860" y="606666"/>
                  </a:lnTo>
                  <a:lnTo>
                    <a:pt x="509435" y="630275"/>
                  </a:lnTo>
                  <a:lnTo>
                    <a:pt x="502462" y="652183"/>
                  </a:lnTo>
                  <a:lnTo>
                    <a:pt x="491451" y="671880"/>
                  </a:lnTo>
                  <a:lnTo>
                    <a:pt x="476885" y="688873"/>
                  </a:lnTo>
                  <a:lnTo>
                    <a:pt x="471170" y="694347"/>
                  </a:lnTo>
                  <a:lnTo>
                    <a:pt x="467880" y="702437"/>
                  </a:lnTo>
                  <a:lnTo>
                    <a:pt x="475932" y="775957"/>
                  </a:lnTo>
                  <a:lnTo>
                    <a:pt x="364020" y="802640"/>
                  </a:lnTo>
                  <a:lnTo>
                    <a:pt x="361962" y="779780"/>
                  </a:lnTo>
                  <a:lnTo>
                    <a:pt x="361911" y="779170"/>
                  </a:lnTo>
                  <a:lnTo>
                    <a:pt x="361835" y="778294"/>
                  </a:lnTo>
                  <a:lnTo>
                    <a:pt x="359194" y="768921"/>
                  </a:lnTo>
                  <a:lnTo>
                    <a:pt x="353555" y="761390"/>
                  </a:lnTo>
                  <a:lnTo>
                    <a:pt x="345643" y="756386"/>
                  </a:lnTo>
                  <a:lnTo>
                    <a:pt x="336181" y="754557"/>
                  </a:lnTo>
                  <a:lnTo>
                    <a:pt x="297192" y="754557"/>
                  </a:lnTo>
                  <a:lnTo>
                    <a:pt x="297192" y="711327"/>
                  </a:lnTo>
                  <a:lnTo>
                    <a:pt x="261073" y="681812"/>
                  </a:lnTo>
                  <a:lnTo>
                    <a:pt x="286143" y="624649"/>
                  </a:lnTo>
                  <a:lnTo>
                    <a:pt x="288061" y="621626"/>
                  </a:lnTo>
                  <a:lnTo>
                    <a:pt x="289077" y="617943"/>
                  </a:lnTo>
                  <a:lnTo>
                    <a:pt x="288683" y="611619"/>
                  </a:lnTo>
                  <a:lnTo>
                    <a:pt x="288594" y="606666"/>
                  </a:lnTo>
                  <a:lnTo>
                    <a:pt x="297370" y="562635"/>
                  </a:lnTo>
                  <a:lnTo>
                    <a:pt x="321297" y="526681"/>
                  </a:lnTo>
                  <a:lnTo>
                    <a:pt x="356781" y="502437"/>
                  </a:lnTo>
                  <a:lnTo>
                    <a:pt x="400227" y="493560"/>
                  </a:lnTo>
                  <a:lnTo>
                    <a:pt x="443687" y="502437"/>
                  </a:lnTo>
                  <a:lnTo>
                    <a:pt x="479171" y="526681"/>
                  </a:lnTo>
                  <a:lnTo>
                    <a:pt x="503085" y="562635"/>
                  </a:lnTo>
                  <a:lnTo>
                    <a:pt x="511860" y="606666"/>
                  </a:lnTo>
                  <a:lnTo>
                    <a:pt x="511860" y="513054"/>
                  </a:lnTo>
                  <a:lnTo>
                    <a:pt x="492620" y="493560"/>
                  </a:lnTo>
                  <a:lnTo>
                    <a:pt x="486448" y="487299"/>
                  </a:lnTo>
                  <a:lnTo>
                    <a:pt x="446379" y="466305"/>
                  </a:lnTo>
                  <a:lnTo>
                    <a:pt x="400227" y="458762"/>
                  </a:lnTo>
                  <a:lnTo>
                    <a:pt x="354088" y="466305"/>
                  </a:lnTo>
                  <a:lnTo>
                    <a:pt x="314020" y="487299"/>
                  </a:lnTo>
                  <a:lnTo>
                    <a:pt x="282422" y="519315"/>
                  </a:lnTo>
                  <a:lnTo>
                    <a:pt x="261696" y="559917"/>
                  </a:lnTo>
                  <a:lnTo>
                    <a:pt x="254254" y="606666"/>
                  </a:lnTo>
                  <a:lnTo>
                    <a:pt x="254266" y="611619"/>
                  </a:lnTo>
                  <a:lnTo>
                    <a:pt x="225539" y="677125"/>
                  </a:lnTo>
                  <a:lnTo>
                    <a:pt x="242824" y="713054"/>
                  </a:lnTo>
                  <a:lnTo>
                    <a:pt x="262839" y="718121"/>
                  </a:lnTo>
                  <a:lnTo>
                    <a:pt x="262839" y="754557"/>
                  </a:lnTo>
                  <a:lnTo>
                    <a:pt x="265531" y="768108"/>
                  </a:lnTo>
                  <a:lnTo>
                    <a:pt x="272897" y="779170"/>
                  </a:lnTo>
                  <a:lnTo>
                    <a:pt x="283819" y="786625"/>
                  </a:lnTo>
                  <a:lnTo>
                    <a:pt x="297192" y="789368"/>
                  </a:lnTo>
                  <a:lnTo>
                    <a:pt x="328345" y="789368"/>
                  </a:lnTo>
                  <a:lnTo>
                    <a:pt x="330708" y="815759"/>
                  </a:lnTo>
                  <a:lnTo>
                    <a:pt x="334098" y="826541"/>
                  </a:lnTo>
                  <a:lnTo>
                    <a:pt x="341299" y="834567"/>
                  </a:lnTo>
                  <a:lnTo>
                    <a:pt x="351104" y="838962"/>
                  </a:lnTo>
                  <a:lnTo>
                    <a:pt x="362267" y="838809"/>
                  </a:lnTo>
                  <a:lnTo>
                    <a:pt x="491210" y="808062"/>
                  </a:lnTo>
                  <a:lnTo>
                    <a:pt x="499846" y="804214"/>
                  </a:lnTo>
                  <a:lnTo>
                    <a:pt x="501421" y="802640"/>
                  </a:lnTo>
                  <a:lnTo>
                    <a:pt x="506361" y="797712"/>
                  </a:lnTo>
                  <a:lnTo>
                    <a:pt x="510197" y="789368"/>
                  </a:lnTo>
                  <a:lnTo>
                    <a:pt x="510413" y="786625"/>
                  </a:lnTo>
                  <a:lnTo>
                    <a:pt x="510908" y="779780"/>
                  </a:lnTo>
                  <a:lnTo>
                    <a:pt x="503402" y="711327"/>
                  </a:lnTo>
                  <a:lnTo>
                    <a:pt x="506196" y="707872"/>
                  </a:lnTo>
                  <a:lnTo>
                    <a:pt x="521157" y="689508"/>
                  </a:lnTo>
                  <a:lnTo>
                    <a:pt x="521525" y="688873"/>
                  </a:lnTo>
                  <a:lnTo>
                    <a:pt x="534720" y="664273"/>
                  </a:lnTo>
                  <a:lnTo>
                    <a:pt x="543229" y="636485"/>
                  </a:lnTo>
                  <a:lnTo>
                    <a:pt x="546201" y="606666"/>
                  </a:lnTo>
                  <a:close/>
                </a:path>
                <a:path w="763269" h="839470">
                  <a:moveTo>
                    <a:pt x="762914" y="0"/>
                  </a:moveTo>
                  <a:lnTo>
                    <a:pt x="0" y="0"/>
                  </a:lnTo>
                  <a:lnTo>
                    <a:pt x="1295" y="20739"/>
                  </a:lnTo>
                  <a:lnTo>
                    <a:pt x="10007" y="67030"/>
                  </a:lnTo>
                  <a:lnTo>
                    <a:pt x="24091" y="111163"/>
                  </a:lnTo>
                  <a:lnTo>
                    <a:pt x="43192" y="152806"/>
                  </a:lnTo>
                  <a:lnTo>
                    <a:pt x="66954" y="191592"/>
                  </a:lnTo>
                  <a:lnTo>
                    <a:pt x="95008" y="227164"/>
                  </a:lnTo>
                  <a:lnTo>
                    <a:pt x="126987" y="259143"/>
                  </a:lnTo>
                  <a:lnTo>
                    <a:pt x="162560" y="287197"/>
                  </a:lnTo>
                  <a:lnTo>
                    <a:pt x="201333" y="310959"/>
                  </a:lnTo>
                  <a:lnTo>
                    <a:pt x="242976" y="330060"/>
                  </a:lnTo>
                  <a:lnTo>
                    <a:pt x="287108" y="344144"/>
                  </a:lnTo>
                  <a:lnTo>
                    <a:pt x="333387" y="352869"/>
                  </a:lnTo>
                  <a:lnTo>
                    <a:pt x="381457" y="355854"/>
                  </a:lnTo>
                  <a:lnTo>
                    <a:pt x="429514" y="352869"/>
                  </a:lnTo>
                  <a:lnTo>
                    <a:pt x="475792" y="344144"/>
                  </a:lnTo>
                  <a:lnTo>
                    <a:pt x="519938" y="330060"/>
                  </a:lnTo>
                  <a:lnTo>
                    <a:pt x="561581" y="310959"/>
                  </a:lnTo>
                  <a:lnTo>
                    <a:pt x="600354" y="287197"/>
                  </a:lnTo>
                  <a:lnTo>
                    <a:pt x="635927" y="259143"/>
                  </a:lnTo>
                  <a:lnTo>
                    <a:pt x="667905" y="227164"/>
                  </a:lnTo>
                  <a:lnTo>
                    <a:pt x="695960" y="191592"/>
                  </a:lnTo>
                  <a:lnTo>
                    <a:pt x="719721" y="152806"/>
                  </a:lnTo>
                  <a:lnTo>
                    <a:pt x="738822" y="111163"/>
                  </a:lnTo>
                  <a:lnTo>
                    <a:pt x="752906" y="67030"/>
                  </a:lnTo>
                  <a:lnTo>
                    <a:pt x="761631" y="20739"/>
                  </a:lnTo>
                  <a:lnTo>
                    <a:pt x="762914" y="0"/>
                  </a:lnTo>
                  <a:close/>
                </a:path>
              </a:pathLst>
            </a:custGeom>
            <a:solidFill>
              <a:srgbClr val="0F68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6115" y="3550798"/>
              <a:ext cx="120212" cy="13920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809055" y="3724801"/>
              <a:ext cx="34925" cy="26670"/>
            </a:xfrm>
            <a:custGeom>
              <a:avLst/>
              <a:gdLst/>
              <a:ahLst/>
              <a:cxnLst/>
              <a:rect l="l" t="t" r="r" b="b"/>
              <a:pathLst>
                <a:path w="34925" h="26670">
                  <a:moveTo>
                    <a:pt x="34347" y="0"/>
                  </a:moveTo>
                  <a:lnTo>
                    <a:pt x="0" y="0"/>
                  </a:lnTo>
                  <a:lnTo>
                    <a:pt x="0" y="26100"/>
                  </a:lnTo>
                  <a:lnTo>
                    <a:pt x="34347" y="26100"/>
                  </a:lnTo>
                  <a:lnTo>
                    <a:pt x="34347" y="0"/>
                  </a:lnTo>
                  <a:close/>
                </a:path>
              </a:pathLst>
            </a:custGeom>
            <a:solidFill>
              <a:srgbClr val="0F68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78866" y="6308597"/>
            <a:ext cx="2562225" cy="3105785"/>
            <a:chOff x="578866" y="6308597"/>
            <a:chExt cx="2562225" cy="3105785"/>
          </a:xfrm>
        </p:grpSpPr>
        <p:sp>
          <p:nvSpPr>
            <p:cNvPr id="11" name="object 11"/>
            <p:cNvSpPr/>
            <p:nvPr/>
          </p:nvSpPr>
          <p:spPr>
            <a:xfrm>
              <a:off x="616966" y="6346697"/>
              <a:ext cx="2486025" cy="3029585"/>
            </a:xfrm>
            <a:custGeom>
              <a:avLst/>
              <a:gdLst/>
              <a:ahLst/>
              <a:cxnLst/>
              <a:rect l="l" t="t" r="r" b="b"/>
              <a:pathLst>
                <a:path w="2486025" h="3029584">
                  <a:moveTo>
                    <a:pt x="2358771" y="0"/>
                  </a:moveTo>
                  <a:lnTo>
                    <a:pt x="127304" y="0"/>
                  </a:lnTo>
                  <a:lnTo>
                    <a:pt x="77752" y="10009"/>
                  </a:lnTo>
                  <a:lnTo>
                    <a:pt x="37287" y="37306"/>
                  </a:lnTo>
                  <a:lnTo>
                    <a:pt x="10004" y="77795"/>
                  </a:lnTo>
                  <a:lnTo>
                    <a:pt x="0" y="127380"/>
                  </a:lnTo>
                  <a:lnTo>
                    <a:pt x="0" y="2901708"/>
                  </a:lnTo>
                  <a:lnTo>
                    <a:pt x="10004" y="2951260"/>
                  </a:lnTo>
                  <a:lnTo>
                    <a:pt x="37287" y="2991726"/>
                  </a:lnTo>
                  <a:lnTo>
                    <a:pt x="77752" y="3019009"/>
                  </a:lnTo>
                  <a:lnTo>
                    <a:pt x="127304" y="3029013"/>
                  </a:lnTo>
                  <a:lnTo>
                    <a:pt x="2358771" y="3029013"/>
                  </a:lnTo>
                  <a:lnTo>
                    <a:pt x="2408283" y="3019009"/>
                  </a:lnTo>
                  <a:lnTo>
                    <a:pt x="2448734" y="2991726"/>
                  </a:lnTo>
                  <a:lnTo>
                    <a:pt x="2476017" y="2951260"/>
                  </a:lnTo>
                  <a:lnTo>
                    <a:pt x="2486025" y="2901708"/>
                  </a:lnTo>
                  <a:lnTo>
                    <a:pt x="2486025" y="127380"/>
                  </a:lnTo>
                  <a:lnTo>
                    <a:pt x="2476017" y="77795"/>
                  </a:lnTo>
                  <a:lnTo>
                    <a:pt x="2448734" y="37306"/>
                  </a:lnTo>
                  <a:lnTo>
                    <a:pt x="2408283" y="10009"/>
                  </a:lnTo>
                  <a:lnTo>
                    <a:pt x="23587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6966" y="6346697"/>
              <a:ext cx="2486025" cy="3029585"/>
            </a:xfrm>
            <a:custGeom>
              <a:avLst/>
              <a:gdLst/>
              <a:ahLst/>
              <a:cxnLst/>
              <a:rect l="l" t="t" r="r" b="b"/>
              <a:pathLst>
                <a:path w="2486025" h="3029584">
                  <a:moveTo>
                    <a:pt x="2358771" y="3029013"/>
                  </a:moveTo>
                  <a:lnTo>
                    <a:pt x="127304" y="3029013"/>
                  </a:lnTo>
                  <a:lnTo>
                    <a:pt x="77752" y="3019009"/>
                  </a:lnTo>
                  <a:lnTo>
                    <a:pt x="37287" y="2991726"/>
                  </a:lnTo>
                  <a:lnTo>
                    <a:pt x="10004" y="2951260"/>
                  </a:lnTo>
                  <a:lnTo>
                    <a:pt x="0" y="2901708"/>
                  </a:lnTo>
                  <a:lnTo>
                    <a:pt x="0" y="127380"/>
                  </a:lnTo>
                  <a:lnTo>
                    <a:pt x="10004" y="77795"/>
                  </a:lnTo>
                  <a:lnTo>
                    <a:pt x="37287" y="37306"/>
                  </a:lnTo>
                  <a:lnTo>
                    <a:pt x="77752" y="10009"/>
                  </a:lnTo>
                  <a:lnTo>
                    <a:pt x="127304" y="0"/>
                  </a:lnTo>
                  <a:lnTo>
                    <a:pt x="2358771" y="0"/>
                  </a:lnTo>
                  <a:lnTo>
                    <a:pt x="2408283" y="10009"/>
                  </a:lnTo>
                  <a:lnTo>
                    <a:pt x="2448734" y="37306"/>
                  </a:lnTo>
                  <a:lnTo>
                    <a:pt x="2476017" y="77795"/>
                  </a:lnTo>
                  <a:lnTo>
                    <a:pt x="2486025" y="127380"/>
                  </a:lnTo>
                  <a:lnTo>
                    <a:pt x="2486025" y="2901708"/>
                  </a:lnTo>
                  <a:lnTo>
                    <a:pt x="2476017" y="2951260"/>
                  </a:lnTo>
                  <a:lnTo>
                    <a:pt x="2448734" y="2991726"/>
                  </a:lnTo>
                  <a:lnTo>
                    <a:pt x="2408283" y="3019009"/>
                  </a:lnTo>
                  <a:lnTo>
                    <a:pt x="2358771" y="3029013"/>
                  </a:lnTo>
                  <a:close/>
                </a:path>
              </a:pathLst>
            </a:custGeom>
            <a:ln w="76200">
              <a:solidFill>
                <a:srgbClr val="0F68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3250" y="6376771"/>
              <a:ext cx="1043683" cy="48673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61706" y="6376771"/>
              <a:ext cx="910590" cy="424815"/>
            </a:xfrm>
            <a:custGeom>
              <a:avLst/>
              <a:gdLst/>
              <a:ahLst/>
              <a:cxnLst/>
              <a:rect l="l" t="t" r="r" b="b"/>
              <a:pathLst>
                <a:path w="910589" h="424815">
                  <a:moveTo>
                    <a:pt x="910437" y="0"/>
                  </a:moveTo>
                  <a:lnTo>
                    <a:pt x="0" y="0"/>
                  </a:lnTo>
                  <a:lnTo>
                    <a:pt x="711" y="14135"/>
                  </a:lnTo>
                  <a:lnTo>
                    <a:pt x="7632" y="59499"/>
                  </a:lnTo>
                  <a:lnTo>
                    <a:pt x="18897" y="103289"/>
                  </a:lnTo>
                  <a:lnTo>
                    <a:pt x="34251" y="145262"/>
                  </a:lnTo>
                  <a:lnTo>
                    <a:pt x="53492" y="185204"/>
                  </a:lnTo>
                  <a:lnTo>
                    <a:pt x="76377" y="222872"/>
                  </a:lnTo>
                  <a:lnTo>
                    <a:pt x="102679" y="258051"/>
                  </a:lnTo>
                  <a:lnTo>
                    <a:pt x="132168" y="290499"/>
                  </a:lnTo>
                  <a:lnTo>
                    <a:pt x="164617" y="319989"/>
                  </a:lnTo>
                  <a:lnTo>
                    <a:pt x="199783" y="346290"/>
                  </a:lnTo>
                  <a:lnTo>
                    <a:pt x="237451" y="369176"/>
                  </a:lnTo>
                  <a:lnTo>
                    <a:pt x="277380" y="388416"/>
                  </a:lnTo>
                  <a:lnTo>
                    <a:pt x="319354" y="403771"/>
                  </a:lnTo>
                  <a:lnTo>
                    <a:pt x="363143" y="415036"/>
                  </a:lnTo>
                  <a:lnTo>
                    <a:pt x="408508" y="421957"/>
                  </a:lnTo>
                  <a:lnTo>
                    <a:pt x="455218" y="424319"/>
                  </a:lnTo>
                  <a:lnTo>
                    <a:pt x="501929" y="421957"/>
                  </a:lnTo>
                  <a:lnTo>
                    <a:pt x="547281" y="415036"/>
                  </a:lnTo>
                  <a:lnTo>
                    <a:pt x="591070" y="403771"/>
                  </a:lnTo>
                  <a:lnTo>
                    <a:pt x="633044" y="388416"/>
                  </a:lnTo>
                  <a:lnTo>
                    <a:pt x="672985" y="369176"/>
                  </a:lnTo>
                  <a:lnTo>
                    <a:pt x="710653" y="346290"/>
                  </a:lnTo>
                  <a:lnTo>
                    <a:pt x="745820" y="319989"/>
                  </a:lnTo>
                  <a:lnTo>
                    <a:pt x="778268" y="290499"/>
                  </a:lnTo>
                  <a:lnTo>
                    <a:pt x="807758" y="258051"/>
                  </a:lnTo>
                  <a:lnTo>
                    <a:pt x="834059" y="222872"/>
                  </a:lnTo>
                  <a:lnTo>
                    <a:pt x="856945" y="185204"/>
                  </a:lnTo>
                  <a:lnTo>
                    <a:pt x="876185" y="145262"/>
                  </a:lnTo>
                  <a:lnTo>
                    <a:pt x="891540" y="103289"/>
                  </a:lnTo>
                  <a:lnTo>
                    <a:pt x="902804" y="59499"/>
                  </a:lnTo>
                  <a:lnTo>
                    <a:pt x="909726" y="14135"/>
                  </a:lnTo>
                  <a:lnTo>
                    <a:pt x="910437" y="0"/>
                  </a:lnTo>
                  <a:close/>
                </a:path>
              </a:pathLst>
            </a:custGeom>
            <a:solidFill>
              <a:srgbClr val="0F68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670427" y="3020060"/>
            <a:ext cx="2486025" cy="3029585"/>
            <a:chOff x="3670427" y="3020060"/>
            <a:chExt cx="2486025" cy="3029585"/>
          </a:xfrm>
        </p:grpSpPr>
        <p:sp>
          <p:nvSpPr>
            <p:cNvPr id="17" name="object 17"/>
            <p:cNvSpPr/>
            <p:nvPr/>
          </p:nvSpPr>
          <p:spPr>
            <a:xfrm>
              <a:off x="3670427" y="3020060"/>
              <a:ext cx="2486025" cy="3029585"/>
            </a:xfrm>
            <a:custGeom>
              <a:avLst/>
              <a:gdLst/>
              <a:ahLst/>
              <a:cxnLst/>
              <a:rect l="l" t="t" r="r" b="b"/>
              <a:pathLst>
                <a:path w="2486025" h="3029585">
                  <a:moveTo>
                    <a:pt x="2362708" y="3029077"/>
                  </a:moveTo>
                  <a:lnTo>
                    <a:pt x="123317" y="3029077"/>
                  </a:lnTo>
                  <a:lnTo>
                    <a:pt x="75330" y="3019381"/>
                  </a:lnTo>
                  <a:lnTo>
                    <a:pt x="36131" y="2992945"/>
                  </a:lnTo>
                  <a:lnTo>
                    <a:pt x="9695" y="2953746"/>
                  </a:lnTo>
                  <a:lnTo>
                    <a:pt x="0" y="2905760"/>
                  </a:lnTo>
                  <a:lnTo>
                    <a:pt x="0" y="123190"/>
                  </a:lnTo>
                  <a:lnTo>
                    <a:pt x="9695" y="75223"/>
                  </a:lnTo>
                  <a:lnTo>
                    <a:pt x="36131" y="36068"/>
                  </a:lnTo>
                  <a:lnTo>
                    <a:pt x="75330" y="9675"/>
                  </a:lnTo>
                  <a:lnTo>
                    <a:pt x="123317" y="0"/>
                  </a:lnTo>
                  <a:lnTo>
                    <a:pt x="2362708" y="0"/>
                  </a:lnTo>
                  <a:lnTo>
                    <a:pt x="2410694" y="9675"/>
                  </a:lnTo>
                  <a:lnTo>
                    <a:pt x="2449893" y="36068"/>
                  </a:lnTo>
                  <a:lnTo>
                    <a:pt x="2476329" y="75223"/>
                  </a:lnTo>
                  <a:lnTo>
                    <a:pt x="2486025" y="123190"/>
                  </a:lnTo>
                  <a:lnTo>
                    <a:pt x="2486025" y="2905760"/>
                  </a:lnTo>
                  <a:lnTo>
                    <a:pt x="2476329" y="2953746"/>
                  </a:lnTo>
                  <a:lnTo>
                    <a:pt x="2449893" y="2992945"/>
                  </a:lnTo>
                  <a:lnTo>
                    <a:pt x="2410694" y="3019381"/>
                  </a:lnTo>
                  <a:lnTo>
                    <a:pt x="2362708" y="3029077"/>
                  </a:lnTo>
                  <a:close/>
                </a:path>
              </a:pathLst>
            </a:custGeom>
            <a:ln w="76200">
              <a:solidFill>
                <a:srgbClr val="0F68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0710" y="3052305"/>
              <a:ext cx="1006706" cy="46946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446854" y="3052304"/>
              <a:ext cx="878205" cy="409575"/>
            </a:xfrm>
            <a:custGeom>
              <a:avLst/>
              <a:gdLst/>
              <a:ahLst/>
              <a:cxnLst/>
              <a:rect l="l" t="t" r="r" b="b"/>
              <a:pathLst>
                <a:path w="878204" h="409575">
                  <a:moveTo>
                    <a:pt x="877963" y="0"/>
                  </a:moveTo>
                  <a:lnTo>
                    <a:pt x="0" y="0"/>
                  </a:lnTo>
                  <a:lnTo>
                    <a:pt x="889" y="16573"/>
                  </a:lnTo>
                  <a:lnTo>
                    <a:pt x="8470" y="63093"/>
                  </a:lnTo>
                  <a:lnTo>
                    <a:pt x="20764" y="107848"/>
                  </a:lnTo>
                  <a:lnTo>
                    <a:pt x="37528" y="150571"/>
                  </a:lnTo>
                  <a:lnTo>
                    <a:pt x="58470" y="190982"/>
                  </a:lnTo>
                  <a:lnTo>
                    <a:pt x="83324" y="228828"/>
                  </a:lnTo>
                  <a:lnTo>
                    <a:pt x="111836" y="263829"/>
                  </a:lnTo>
                  <a:lnTo>
                    <a:pt x="143725" y="295719"/>
                  </a:lnTo>
                  <a:lnTo>
                    <a:pt x="178714" y="324231"/>
                  </a:lnTo>
                  <a:lnTo>
                    <a:pt x="216560" y="349084"/>
                  </a:lnTo>
                  <a:lnTo>
                    <a:pt x="256971" y="370039"/>
                  </a:lnTo>
                  <a:lnTo>
                    <a:pt x="299694" y="386791"/>
                  </a:lnTo>
                  <a:lnTo>
                    <a:pt x="344436" y="399097"/>
                  </a:lnTo>
                  <a:lnTo>
                    <a:pt x="390956" y="406679"/>
                  </a:lnTo>
                  <a:lnTo>
                    <a:pt x="438975" y="409257"/>
                  </a:lnTo>
                  <a:lnTo>
                    <a:pt x="486994" y="406679"/>
                  </a:lnTo>
                  <a:lnTo>
                    <a:pt x="533514" y="399097"/>
                  </a:lnTo>
                  <a:lnTo>
                    <a:pt x="578256" y="386791"/>
                  </a:lnTo>
                  <a:lnTo>
                    <a:pt x="620979" y="370039"/>
                  </a:lnTo>
                  <a:lnTo>
                    <a:pt x="661390" y="349097"/>
                  </a:lnTo>
                  <a:lnTo>
                    <a:pt x="699236" y="324231"/>
                  </a:lnTo>
                  <a:lnTo>
                    <a:pt x="734237" y="295719"/>
                  </a:lnTo>
                  <a:lnTo>
                    <a:pt x="766114" y="263829"/>
                  </a:lnTo>
                  <a:lnTo>
                    <a:pt x="794626" y="228828"/>
                  </a:lnTo>
                  <a:lnTo>
                    <a:pt x="819492" y="190982"/>
                  </a:lnTo>
                  <a:lnTo>
                    <a:pt x="840435" y="150571"/>
                  </a:lnTo>
                  <a:lnTo>
                    <a:pt x="857186" y="107848"/>
                  </a:lnTo>
                  <a:lnTo>
                    <a:pt x="869492" y="63093"/>
                  </a:lnTo>
                  <a:lnTo>
                    <a:pt x="877074" y="16573"/>
                  </a:lnTo>
                  <a:lnTo>
                    <a:pt x="877963" y="0"/>
                  </a:lnTo>
                  <a:close/>
                </a:path>
              </a:pathLst>
            </a:custGeom>
            <a:solidFill>
              <a:srgbClr val="0F68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3627628" y="6308597"/>
            <a:ext cx="2562225" cy="3105785"/>
            <a:chOff x="3627628" y="6308597"/>
            <a:chExt cx="2562225" cy="3105785"/>
          </a:xfrm>
        </p:grpSpPr>
        <p:sp>
          <p:nvSpPr>
            <p:cNvPr id="21" name="object 21"/>
            <p:cNvSpPr/>
            <p:nvPr/>
          </p:nvSpPr>
          <p:spPr>
            <a:xfrm>
              <a:off x="3665728" y="6346697"/>
              <a:ext cx="2486025" cy="3029585"/>
            </a:xfrm>
            <a:custGeom>
              <a:avLst/>
              <a:gdLst/>
              <a:ahLst/>
              <a:cxnLst/>
              <a:rect l="l" t="t" r="r" b="b"/>
              <a:pathLst>
                <a:path w="2486025" h="3029584">
                  <a:moveTo>
                    <a:pt x="2362962" y="0"/>
                  </a:moveTo>
                  <a:lnTo>
                    <a:pt x="123062" y="0"/>
                  </a:lnTo>
                  <a:lnTo>
                    <a:pt x="75170" y="9673"/>
                  </a:lnTo>
                  <a:lnTo>
                    <a:pt x="36052" y="36052"/>
                  </a:lnTo>
                  <a:lnTo>
                    <a:pt x="9673" y="75170"/>
                  </a:lnTo>
                  <a:lnTo>
                    <a:pt x="0" y="123062"/>
                  </a:lnTo>
                  <a:lnTo>
                    <a:pt x="0" y="2905950"/>
                  </a:lnTo>
                  <a:lnTo>
                    <a:pt x="9673" y="2953854"/>
                  </a:lnTo>
                  <a:lnTo>
                    <a:pt x="36052" y="2992970"/>
                  </a:lnTo>
                  <a:lnTo>
                    <a:pt x="75170" y="3019343"/>
                  </a:lnTo>
                  <a:lnTo>
                    <a:pt x="123062" y="3029013"/>
                  </a:lnTo>
                  <a:lnTo>
                    <a:pt x="2362962" y="3029013"/>
                  </a:lnTo>
                  <a:lnTo>
                    <a:pt x="2410854" y="3019343"/>
                  </a:lnTo>
                  <a:lnTo>
                    <a:pt x="2449972" y="2992970"/>
                  </a:lnTo>
                  <a:lnTo>
                    <a:pt x="2476351" y="2953854"/>
                  </a:lnTo>
                  <a:lnTo>
                    <a:pt x="2486025" y="2905950"/>
                  </a:lnTo>
                  <a:lnTo>
                    <a:pt x="2486025" y="123062"/>
                  </a:lnTo>
                  <a:lnTo>
                    <a:pt x="2476351" y="75170"/>
                  </a:lnTo>
                  <a:lnTo>
                    <a:pt x="2449972" y="36052"/>
                  </a:lnTo>
                  <a:lnTo>
                    <a:pt x="2410854" y="9673"/>
                  </a:lnTo>
                  <a:lnTo>
                    <a:pt x="23629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22"/>
            <p:cNvSpPr/>
            <p:nvPr/>
          </p:nvSpPr>
          <p:spPr>
            <a:xfrm>
              <a:off x="3665728" y="6346697"/>
              <a:ext cx="2486025" cy="3029585"/>
            </a:xfrm>
            <a:custGeom>
              <a:avLst/>
              <a:gdLst/>
              <a:ahLst/>
              <a:cxnLst/>
              <a:rect l="l" t="t" r="r" b="b"/>
              <a:pathLst>
                <a:path w="2486025" h="3029584">
                  <a:moveTo>
                    <a:pt x="2362962" y="3029013"/>
                  </a:moveTo>
                  <a:lnTo>
                    <a:pt x="123062" y="3029013"/>
                  </a:lnTo>
                  <a:lnTo>
                    <a:pt x="75170" y="3019343"/>
                  </a:lnTo>
                  <a:lnTo>
                    <a:pt x="36052" y="2992970"/>
                  </a:lnTo>
                  <a:lnTo>
                    <a:pt x="9673" y="2953854"/>
                  </a:lnTo>
                  <a:lnTo>
                    <a:pt x="0" y="2905950"/>
                  </a:lnTo>
                  <a:lnTo>
                    <a:pt x="0" y="123062"/>
                  </a:lnTo>
                  <a:lnTo>
                    <a:pt x="9673" y="75170"/>
                  </a:lnTo>
                  <a:lnTo>
                    <a:pt x="36052" y="36052"/>
                  </a:lnTo>
                  <a:lnTo>
                    <a:pt x="75170" y="9673"/>
                  </a:lnTo>
                  <a:lnTo>
                    <a:pt x="123062" y="0"/>
                  </a:lnTo>
                  <a:lnTo>
                    <a:pt x="2362962" y="0"/>
                  </a:lnTo>
                  <a:lnTo>
                    <a:pt x="2410854" y="9673"/>
                  </a:lnTo>
                  <a:lnTo>
                    <a:pt x="2449972" y="36052"/>
                  </a:lnTo>
                  <a:lnTo>
                    <a:pt x="2476351" y="75170"/>
                  </a:lnTo>
                  <a:lnTo>
                    <a:pt x="2486025" y="123062"/>
                  </a:lnTo>
                  <a:lnTo>
                    <a:pt x="2486025" y="2905950"/>
                  </a:lnTo>
                  <a:lnTo>
                    <a:pt x="2476351" y="2953854"/>
                  </a:lnTo>
                  <a:lnTo>
                    <a:pt x="2449972" y="2992970"/>
                  </a:lnTo>
                  <a:lnTo>
                    <a:pt x="2410854" y="3019343"/>
                  </a:lnTo>
                  <a:lnTo>
                    <a:pt x="2362962" y="3029013"/>
                  </a:lnTo>
                  <a:close/>
                </a:path>
              </a:pathLst>
            </a:custGeom>
            <a:ln w="76200">
              <a:solidFill>
                <a:srgbClr val="0F68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6936" y="6384886"/>
              <a:ext cx="1008897" cy="47050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453217" y="6384899"/>
              <a:ext cx="880110" cy="410209"/>
            </a:xfrm>
            <a:custGeom>
              <a:avLst/>
              <a:gdLst/>
              <a:ahLst/>
              <a:cxnLst/>
              <a:rect l="l" t="t" r="r" b="b"/>
              <a:pathLst>
                <a:path w="880110" h="410209">
                  <a:moveTo>
                    <a:pt x="879881" y="0"/>
                  </a:moveTo>
                  <a:lnTo>
                    <a:pt x="0" y="0"/>
                  </a:lnTo>
                  <a:lnTo>
                    <a:pt x="889" y="16611"/>
                  </a:lnTo>
                  <a:lnTo>
                    <a:pt x="8483" y="63246"/>
                  </a:lnTo>
                  <a:lnTo>
                    <a:pt x="20815" y="108089"/>
                  </a:lnTo>
                  <a:lnTo>
                    <a:pt x="37617" y="150901"/>
                  </a:lnTo>
                  <a:lnTo>
                    <a:pt x="58597" y="191414"/>
                  </a:lnTo>
                  <a:lnTo>
                    <a:pt x="83515" y="229336"/>
                  </a:lnTo>
                  <a:lnTo>
                    <a:pt x="112090" y="264414"/>
                  </a:lnTo>
                  <a:lnTo>
                    <a:pt x="144043" y="296367"/>
                  </a:lnTo>
                  <a:lnTo>
                    <a:pt x="179120" y="324942"/>
                  </a:lnTo>
                  <a:lnTo>
                    <a:pt x="217043" y="349859"/>
                  </a:lnTo>
                  <a:lnTo>
                    <a:pt x="257543" y="370852"/>
                  </a:lnTo>
                  <a:lnTo>
                    <a:pt x="300342" y="387642"/>
                  </a:lnTo>
                  <a:lnTo>
                    <a:pt x="345198" y="399973"/>
                  </a:lnTo>
                  <a:lnTo>
                    <a:pt x="391820" y="407568"/>
                  </a:lnTo>
                  <a:lnTo>
                    <a:pt x="439928" y="410159"/>
                  </a:lnTo>
                  <a:lnTo>
                    <a:pt x="488061" y="407568"/>
                  </a:lnTo>
                  <a:lnTo>
                    <a:pt x="534670" y="399973"/>
                  </a:lnTo>
                  <a:lnTo>
                    <a:pt x="579526" y="387642"/>
                  </a:lnTo>
                  <a:lnTo>
                    <a:pt x="622338" y="370852"/>
                  </a:lnTo>
                  <a:lnTo>
                    <a:pt x="662838" y="349859"/>
                  </a:lnTo>
                  <a:lnTo>
                    <a:pt x="700760" y="324942"/>
                  </a:lnTo>
                  <a:lnTo>
                    <a:pt x="735838" y="296367"/>
                  </a:lnTo>
                  <a:lnTo>
                    <a:pt x="767791" y="264414"/>
                  </a:lnTo>
                  <a:lnTo>
                    <a:pt x="796366" y="229336"/>
                  </a:lnTo>
                  <a:lnTo>
                    <a:pt x="821283" y="191414"/>
                  </a:lnTo>
                  <a:lnTo>
                    <a:pt x="842264" y="150901"/>
                  </a:lnTo>
                  <a:lnTo>
                    <a:pt x="859066" y="108089"/>
                  </a:lnTo>
                  <a:lnTo>
                    <a:pt x="871385" y="63246"/>
                  </a:lnTo>
                  <a:lnTo>
                    <a:pt x="878979" y="16611"/>
                  </a:lnTo>
                  <a:lnTo>
                    <a:pt x="879881" y="0"/>
                  </a:lnTo>
                  <a:close/>
                </a:path>
              </a:pathLst>
            </a:custGeom>
            <a:solidFill>
              <a:srgbClr val="0F68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55472" y="7193431"/>
            <a:ext cx="109015" cy="112342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1642707" y="6987249"/>
            <a:ext cx="330835" cy="350520"/>
            <a:chOff x="1642707" y="6987249"/>
            <a:chExt cx="330835" cy="350520"/>
          </a:xfrm>
        </p:grpSpPr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56254" y="7019102"/>
              <a:ext cx="109024" cy="11233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07900" y="6987249"/>
              <a:ext cx="165032" cy="17519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42707" y="7162440"/>
              <a:ext cx="165021" cy="175186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4707115" y="3579469"/>
            <a:ext cx="415290" cy="317500"/>
          </a:xfrm>
          <a:custGeom>
            <a:avLst/>
            <a:gdLst/>
            <a:ahLst/>
            <a:cxnLst/>
            <a:rect l="l" t="t" r="r" b="b"/>
            <a:pathLst>
              <a:path w="415289" h="317500">
                <a:moveTo>
                  <a:pt x="254368" y="233260"/>
                </a:moveTo>
                <a:lnTo>
                  <a:pt x="160502" y="233260"/>
                </a:lnTo>
                <a:lnTo>
                  <a:pt x="160502" y="270586"/>
                </a:lnTo>
                <a:lnTo>
                  <a:pt x="254368" y="270586"/>
                </a:lnTo>
                <a:lnTo>
                  <a:pt x="254368" y="233260"/>
                </a:lnTo>
                <a:close/>
              </a:path>
              <a:path w="415289" h="317500">
                <a:moveTo>
                  <a:pt x="414870" y="298869"/>
                </a:moveTo>
                <a:lnTo>
                  <a:pt x="409155" y="279920"/>
                </a:lnTo>
                <a:lnTo>
                  <a:pt x="392252" y="223939"/>
                </a:lnTo>
                <a:lnTo>
                  <a:pt x="385787" y="202514"/>
                </a:lnTo>
                <a:lnTo>
                  <a:pt x="385787" y="186613"/>
                </a:lnTo>
                <a:lnTo>
                  <a:pt x="385787" y="37325"/>
                </a:lnTo>
                <a:lnTo>
                  <a:pt x="385787" y="18669"/>
                </a:lnTo>
                <a:lnTo>
                  <a:pt x="384314" y="11404"/>
                </a:lnTo>
                <a:lnTo>
                  <a:pt x="380288" y="5473"/>
                </a:lnTo>
                <a:lnTo>
                  <a:pt x="374319" y="1473"/>
                </a:lnTo>
                <a:lnTo>
                  <a:pt x="369938" y="596"/>
                </a:lnTo>
                <a:lnTo>
                  <a:pt x="369938" y="279920"/>
                </a:lnTo>
                <a:lnTo>
                  <a:pt x="44919" y="279920"/>
                </a:lnTo>
                <a:lnTo>
                  <a:pt x="61823" y="223939"/>
                </a:lnTo>
                <a:lnTo>
                  <a:pt x="353047" y="223939"/>
                </a:lnTo>
                <a:lnTo>
                  <a:pt x="369938" y="279920"/>
                </a:lnTo>
                <a:lnTo>
                  <a:pt x="369938" y="596"/>
                </a:lnTo>
                <a:lnTo>
                  <a:pt x="367017" y="0"/>
                </a:lnTo>
                <a:lnTo>
                  <a:pt x="348246" y="0"/>
                </a:lnTo>
                <a:lnTo>
                  <a:pt x="348246" y="37325"/>
                </a:lnTo>
                <a:lnTo>
                  <a:pt x="348246" y="186613"/>
                </a:lnTo>
                <a:lnTo>
                  <a:pt x="66624" y="186613"/>
                </a:lnTo>
                <a:lnTo>
                  <a:pt x="66624" y="37325"/>
                </a:lnTo>
                <a:lnTo>
                  <a:pt x="348246" y="37325"/>
                </a:lnTo>
                <a:lnTo>
                  <a:pt x="348246" y="0"/>
                </a:lnTo>
                <a:lnTo>
                  <a:pt x="47853" y="0"/>
                </a:lnTo>
                <a:lnTo>
                  <a:pt x="40551" y="1473"/>
                </a:lnTo>
                <a:lnTo>
                  <a:pt x="34582" y="5473"/>
                </a:lnTo>
                <a:lnTo>
                  <a:pt x="30556" y="11404"/>
                </a:lnTo>
                <a:lnTo>
                  <a:pt x="29083" y="18669"/>
                </a:lnTo>
                <a:lnTo>
                  <a:pt x="29083" y="202552"/>
                </a:lnTo>
                <a:lnTo>
                  <a:pt x="0" y="298869"/>
                </a:lnTo>
                <a:lnTo>
                  <a:pt x="1092" y="304990"/>
                </a:lnTo>
                <a:lnTo>
                  <a:pt x="8178" y="314452"/>
                </a:lnTo>
                <a:lnTo>
                  <a:pt x="13754" y="317246"/>
                </a:lnTo>
                <a:lnTo>
                  <a:pt x="401116" y="317246"/>
                </a:lnTo>
                <a:lnTo>
                  <a:pt x="406692" y="314452"/>
                </a:lnTo>
                <a:lnTo>
                  <a:pt x="413778" y="304990"/>
                </a:lnTo>
                <a:lnTo>
                  <a:pt x="414870" y="298869"/>
                </a:lnTo>
                <a:close/>
              </a:path>
            </a:pathLst>
          </a:custGeom>
          <a:solidFill>
            <a:srgbClr val="0F686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4725071" y="7124586"/>
            <a:ext cx="338455" cy="375285"/>
            <a:chOff x="4725071" y="7124586"/>
            <a:chExt cx="338455" cy="375285"/>
          </a:xfrm>
        </p:grpSpPr>
        <p:sp>
          <p:nvSpPr>
            <p:cNvPr id="32" name="object 32"/>
            <p:cNvSpPr/>
            <p:nvPr/>
          </p:nvSpPr>
          <p:spPr>
            <a:xfrm>
              <a:off x="4758881" y="7124586"/>
              <a:ext cx="270510" cy="375285"/>
            </a:xfrm>
            <a:custGeom>
              <a:avLst/>
              <a:gdLst/>
              <a:ahLst/>
              <a:cxnLst/>
              <a:rect l="l" t="t" r="r" b="b"/>
              <a:pathLst>
                <a:path w="270510" h="375284">
                  <a:moveTo>
                    <a:pt x="262917" y="0"/>
                  </a:moveTo>
                  <a:lnTo>
                    <a:pt x="7569" y="0"/>
                  </a:lnTo>
                  <a:lnTo>
                    <a:pt x="0" y="7623"/>
                  </a:lnTo>
                  <a:lnTo>
                    <a:pt x="0" y="367144"/>
                  </a:lnTo>
                  <a:lnTo>
                    <a:pt x="7569" y="374771"/>
                  </a:lnTo>
                  <a:lnTo>
                    <a:pt x="262918" y="374771"/>
                  </a:lnTo>
                  <a:lnTo>
                    <a:pt x="270483" y="367144"/>
                  </a:lnTo>
                  <a:lnTo>
                    <a:pt x="270483" y="340700"/>
                  </a:lnTo>
                  <a:lnTo>
                    <a:pt x="33810" y="340700"/>
                  </a:lnTo>
                  <a:lnTo>
                    <a:pt x="33810" y="34070"/>
                  </a:lnTo>
                  <a:lnTo>
                    <a:pt x="270483" y="34070"/>
                  </a:lnTo>
                  <a:lnTo>
                    <a:pt x="270483" y="7623"/>
                  </a:lnTo>
                  <a:lnTo>
                    <a:pt x="262917" y="0"/>
                  </a:lnTo>
                  <a:close/>
                </a:path>
                <a:path w="270510" h="375284">
                  <a:moveTo>
                    <a:pt x="270483" y="34070"/>
                  </a:moveTo>
                  <a:lnTo>
                    <a:pt x="236672" y="34070"/>
                  </a:lnTo>
                  <a:lnTo>
                    <a:pt x="236672" y="340700"/>
                  </a:lnTo>
                  <a:lnTo>
                    <a:pt x="270483" y="340700"/>
                  </a:lnTo>
                  <a:lnTo>
                    <a:pt x="270483" y="34070"/>
                  </a:lnTo>
                  <a:close/>
                </a:path>
              </a:pathLst>
            </a:custGeom>
            <a:solidFill>
              <a:srgbClr val="0F68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18049" y="7175691"/>
              <a:ext cx="152146" cy="32366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725071" y="7465286"/>
              <a:ext cx="338455" cy="34290"/>
            </a:xfrm>
            <a:custGeom>
              <a:avLst/>
              <a:gdLst/>
              <a:ahLst/>
              <a:cxnLst/>
              <a:rect l="l" t="t" r="r" b="b"/>
              <a:pathLst>
                <a:path w="338454" h="34290">
                  <a:moveTo>
                    <a:pt x="338103" y="0"/>
                  </a:moveTo>
                  <a:lnTo>
                    <a:pt x="0" y="0"/>
                  </a:lnTo>
                  <a:lnTo>
                    <a:pt x="0" y="34070"/>
                  </a:lnTo>
                  <a:lnTo>
                    <a:pt x="338103" y="34070"/>
                  </a:lnTo>
                  <a:lnTo>
                    <a:pt x="338103" y="0"/>
                  </a:lnTo>
                  <a:close/>
                </a:path>
              </a:pathLst>
            </a:custGeom>
            <a:solidFill>
              <a:srgbClr val="0F68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/>
          <p:nvPr/>
        </p:nvSpPr>
        <p:spPr>
          <a:xfrm>
            <a:off x="7008406" y="1315668"/>
            <a:ext cx="1886585" cy="919480"/>
          </a:xfrm>
          <a:custGeom>
            <a:avLst/>
            <a:gdLst/>
            <a:ahLst/>
            <a:cxnLst/>
            <a:rect l="l" t="t" r="r" b="b"/>
            <a:pathLst>
              <a:path w="1886584" h="919480">
                <a:moveTo>
                  <a:pt x="1812582" y="919416"/>
                </a:moveTo>
                <a:lnTo>
                  <a:pt x="1808124" y="849096"/>
                </a:lnTo>
                <a:lnTo>
                  <a:pt x="1801825" y="802817"/>
                </a:lnTo>
                <a:lnTo>
                  <a:pt x="1793125" y="757339"/>
                </a:lnTo>
                <a:lnTo>
                  <a:pt x="1782102" y="712724"/>
                </a:lnTo>
                <a:lnTo>
                  <a:pt x="1768805" y="669036"/>
                </a:lnTo>
                <a:lnTo>
                  <a:pt x="1753311" y="626351"/>
                </a:lnTo>
                <a:lnTo>
                  <a:pt x="1735670" y="584733"/>
                </a:lnTo>
                <a:lnTo>
                  <a:pt x="1715973" y="544245"/>
                </a:lnTo>
                <a:lnTo>
                  <a:pt x="1694268" y="504952"/>
                </a:lnTo>
                <a:lnTo>
                  <a:pt x="1670634" y="466928"/>
                </a:lnTo>
                <a:lnTo>
                  <a:pt x="1645132" y="430225"/>
                </a:lnTo>
                <a:lnTo>
                  <a:pt x="1617840" y="394931"/>
                </a:lnTo>
                <a:lnTo>
                  <a:pt x="1588808" y="361099"/>
                </a:lnTo>
                <a:lnTo>
                  <a:pt x="1558099" y="328803"/>
                </a:lnTo>
                <a:lnTo>
                  <a:pt x="1525803" y="298107"/>
                </a:lnTo>
                <a:lnTo>
                  <a:pt x="1491970" y="269074"/>
                </a:lnTo>
                <a:lnTo>
                  <a:pt x="1456677" y="241769"/>
                </a:lnTo>
                <a:lnTo>
                  <a:pt x="1419987" y="216268"/>
                </a:lnTo>
                <a:lnTo>
                  <a:pt x="1381950" y="192646"/>
                </a:lnTo>
                <a:lnTo>
                  <a:pt x="1342656" y="170942"/>
                </a:lnTo>
                <a:lnTo>
                  <a:pt x="1302169" y="151244"/>
                </a:lnTo>
                <a:lnTo>
                  <a:pt x="1260551" y="133604"/>
                </a:lnTo>
                <a:lnTo>
                  <a:pt x="1217866" y="118110"/>
                </a:lnTo>
                <a:lnTo>
                  <a:pt x="1174178" y="104813"/>
                </a:lnTo>
                <a:lnTo>
                  <a:pt x="1129563" y="93789"/>
                </a:lnTo>
                <a:lnTo>
                  <a:pt x="1084084" y="85090"/>
                </a:lnTo>
                <a:lnTo>
                  <a:pt x="1037818" y="78790"/>
                </a:lnTo>
                <a:lnTo>
                  <a:pt x="990803" y="74968"/>
                </a:lnTo>
                <a:lnTo>
                  <a:pt x="943140" y="73685"/>
                </a:lnTo>
                <a:lnTo>
                  <a:pt x="895477" y="74968"/>
                </a:lnTo>
                <a:lnTo>
                  <a:pt x="848474" y="78790"/>
                </a:lnTo>
                <a:lnTo>
                  <a:pt x="802195" y="85090"/>
                </a:lnTo>
                <a:lnTo>
                  <a:pt x="756729" y="93789"/>
                </a:lnTo>
                <a:lnTo>
                  <a:pt x="712114" y="104813"/>
                </a:lnTo>
                <a:lnTo>
                  <a:pt x="668426" y="118110"/>
                </a:lnTo>
                <a:lnTo>
                  <a:pt x="625741" y="133604"/>
                </a:lnTo>
                <a:lnTo>
                  <a:pt x="584123" y="151244"/>
                </a:lnTo>
                <a:lnTo>
                  <a:pt x="543636" y="170942"/>
                </a:lnTo>
                <a:lnTo>
                  <a:pt x="504342" y="192646"/>
                </a:lnTo>
                <a:lnTo>
                  <a:pt x="466318" y="216268"/>
                </a:lnTo>
                <a:lnTo>
                  <a:pt x="429615" y="241769"/>
                </a:lnTo>
                <a:lnTo>
                  <a:pt x="394322" y="269074"/>
                </a:lnTo>
                <a:lnTo>
                  <a:pt x="360489" y="298107"/>
                </a:lnTo>
                <a:lnTo>
                  <a:pt x="328193" y="328803"/>
                </a:lnTo>
                <a:lnTo>
                  <a:pt x="297497" y="361099"/>
                </a:lnTo>
                <a:lnTo>
                  <a:pt x="268465" y="394931"/>
                </a:lnTo>
                <a:lnTo>
                  <a:pt x="241160" y="430237"/>
                </a:lnTo>
                <a:lnTo>
                  <a:pt x="215658" y="466928"/>
                </a:lnTo>
                <a:lnTo>
                  <a:pt x="192024" y="504952"/>
                </a:lnTo>
                <a:lnTo>
                  <a:pt x="170319" y="544245"/>
                </a:lnTo>
                <a:lnTo>
                  <a:pt x="150622" y="584733"/>
                </a:lnTo>
                <a:lnTo>
                  <a:pt x="132994" y="626351"/>
                </a:lnTo>
                <a:lnTo>
                  <a:pt x="117487" y="669036"/>
                </a:lnTo>
                <a:lnTo>
                  <a:pt x="104190" y="712724"/>
                </a:lnTo>
                <a:lnTo>
                  <a:pt x="93167" y="757339"/>
                </a:lnTo>
                <a:lnTo>
                  <a:pt x="84467" y="802817"/>
                </a:lnTo>
                <a:lnTo>
                  <a:pt x="78168" y="849096"/>
                </a:lnTo>
                <a:lnTo>
                  <a:pt x="74345" y="896099"/>
                </a:lnTo>
                <a:lnTo>
                  <a:pt x="73710" y="919416"/>
                </a:lnTo>
                <a:lnTo>
                  <a:pt x="1812582" y="919416"/>
                </a:lnTo>
                <a:close/>
              </a:path>
              <a:path w="1886584" h="919480">
                <a:moveTo>
                  <a:pt x="1886280" y="919416"/>
                </a:moveTo>
                <a:lnTo>
                  <a:pt x="1882013" y="847407"/>
                </a:lnTo>
                <a:lnTo>
                  <a:pt x="1876005" y="800227"/>
                </a:lnTo>
                <a:lnTo>
                  <a:pt x="1867687" y="753808"/>
                </a:lnTo>
                <a:lnTo>
                  <a:pt x="1857235" y="708634"/>
                </a:lnTo>
                <a:lnTo>
                  <a:pt x="1844395" y="663422"/>
                </a:lnTo>
                <a:lnTo>
                  <a:pt x="1829536" y="619607"/>
                </a:lnTo>
                <a:lnTo>
                  <a:pt x="1812620" y="576757"/>
                </a:lnTo>
                <a:lnTo>
                  <a:pt x="1793684" y="534974"/>
                </a:lnTo>
                <a:lnTo>
                  <a:pt x="1772818" y="494284"/>
                </a:lnTo>
                <a:lnTo>
                  <a:pt x="1750072" y="454761"/>
                </a:lnTo>
                <a:lnTo>
                  <a:pt x="1725498" y="416471"/>
                </a:lnTo>
                <a:lnTo>
                  <a:pt x="1699158" y="379450"/>
                </a:lnTo>
                <a:lnTo>
                  <a:pt x="1671116" y="343789"/>
                </a:lnTo>
                <a:lnTo>
                  <a:pt x="1641436" y="309537"/>
                </a:lnTo>
                <a:lnTo>
                  <a:pt x="1610169" y="276733"/>
                </a:lnTo>
                <a:lnTo>
                  <a:pt x="1577365" y="245465"/>
                </a:lnTo>
                <a:lnTo>
                  <a:pt x="1543113" y="215785"/>
                </a:lnTo>
                <a:lnTo>
                  <a:pt x="1507477" y="187756"/>
                </a:lnTo>
                <a:lnTo>
                  <a:pt x="1470444" y="161404"/>
                </a:lnTo>
                <a:lnTo>
                  <a:pt x="1432140" y="136829"/>
                </a:lnTo>
                <a:lnTo>
                  <a:pt x="1392618" y="114084"/>
                </a:lnTo>
                <a:lnTo>
                  <a:pt x="1351940" y="93205"/>
                </a:lnTo>
                <a:lnTo>
                  <a:pt x="1310144" y="74282"/>
                </a:lnTo>
                <a:lnTo>
                  <a:pt x="1267307" y="57365"/>
                </a:lnTo>
                <a:lnTo>
                  <a:pt x="1223479" y="42506"/>
                </a:lnTo>
                <a:lnTo>
                  <a:pt x="1178725" y="29768"/>
                </a:lnTo>
                <a:lnTo>
                  <a:pt x="1133106" y="19215"/>
                </a:lnTo>
                <a:lnTo>
                  <a:pt x="1087348" y="11023"/>
                </a:lnTo>
                <a:lnTo>
                  <a:pt x="1086675" y="10896"/>
                </a:lnTo>
                <a:lnTo>
                  <a:pt x="1039977" y="4940"/>
                </a:lnTo>
                <a:lnTo>
                  <a:pt x="1039495" y="4889"/>
                </a:lnTo>
                <a:lnTo>
                  <a:pt x="991882" y="1257"/>
                </a:lnTo>
                <a:lnTo>
                  <a:pt x="943140" y="0"/>
                </a:lnTo>
                <a:lnTo>
                  <a:pt x="894651" y="1231"/>
                </a:lnTo>
                <a:lnTo>
                  <a:pt x="846785" y="4889"/>
                </a:lnTo>
                <a:lnTo>
                  <a:pt x="799604" y="10896"/>
                </a:lnTo>
                <a:lnTo>
                  <a:pt x="753186" y="19215"/>
                </a:lnTo>
                <a:lnTo>
                  <a:pt x="707555" y="29768"/>
                </a:lnTo>
                <a:lnTo>
                  <a:pt x="662800" y="42506"/>
                </a:lnTo>
                <a:lnTo>
                  <a:pt x="618985" y="57365"/>
                </a:lnTo>
                <a:lnTo>
                  <a:pt x="576135" y="74282"/>
                </a:lnTo>
                <a:lnTo>
                  <a:pt x="534339" y="93218"/>
                </a:lnTo>
                <a:lnTo>
                  <a:pt x="493661" y="114084"/>
                </a:lnTo>
                <a:lnTo>
                  <a:pt x="454139" y="136829"/>
                </a:lnTo>
                <a:lnTo>
                  <a:pt x="415848" y="161404"/>
                </a:lnTo>
                <a:lnTo>
                  <a:pt x="378828" y="187744"/>
                </a:lnTo>
                <a:lnTo>
                  <a:pt x="343166" y="215785"/>
                </a:lnTo>
                <a:lnTo>
                  <a:pt x="308914" y="245465"/>
                </a:lnTo>
                <a:lnTo>
                  <a:pt x="276110" y="276733"/>
                </a:lnTo>
                <a:lnTo>
                  <a:pt x="244843" y="309537"/>
                </a:lnTo>
                <a:lnTo>
                  <a:pt x="215163" y="343789"/>
                </a:lnTo>
                <a:lnTo>
                  <a:pt x="187121" y="379450"/>
                </a:lnTo>
                <a:lnTo>
                  <a:pt x="160782" y="416471"/>
                </a:lnTo>
                <a:lnTo>
                  <a:pt x="136207" y="454761"/>
                </a:lnTo>
                <a:lnTo>
                  <a:pt x="113461" y="494284"/>
                </a:lnTo>
                <a:lnTo>
                  <a:pt x="92583" y="534974"/>
                </a:lnTo>
                <a:lnTo>
                  <a:pt x="73660" y="576757"/>
                </a:lnTo>
                <a:lnTo>
                  <a:pt x="56743" y="619607"/>
                </a:lnTo>
                <a:lnTo>
                  <a:pt x="41884" y="663435"/>
                </a:lnTo>
                <a:lnTo>
                  <a:pt x="29146" y="708177"/>
                </a:lnTo>
                <a:lnTo>
                  <a:pt x="18592" y="753808"/>
                </a:lnTo>
                <a:lnTo>
                  <a:pt x="10274" y="800227"/>
                </a:lnTo>
                <a:lnTo>
                  <a:pt x="4267" y="847407"/>
                </a:lnTo>
                <a:lnTo>
                  <a:pt x="609" y="895273"/>
                </a:lnTo>
                <a:lnTo>
                  <a:pt x="0" y="919416"/>
                </a:lnTo>
                <a:lnTo>
                  <a:pt x="24625" y="919416"/>
                </a:lnTo>
                <a:lnTo>
                  <a:pt x="25260" y="895019"/>
                </a:lnTo>
                <a:lnTo>
                  <a:pt x="29146" y="845680"/>
                </a:lnTo>
                <a:lnTo>
                  <a:pt x="29146" y="846188"/>
                </a:lnTo>
                <a:lnTo>
                  <a:pt x="35280" y="799566"/>
                </a:lnTo>
                <a:lnTo>
                  <a:pt x="43891" y="752983"/>
                </a:lnTo>
                <a:lnTo>
                  <a:pt x="54825" y="707237"/>
                </a:lnTo>
                <a:lnTo>
                  <a:pt x="68021" y="662406"/>
                </a:lnTo>
                <a:lnTo>
                  <a:pt x="83400" y="618553"/>
                </a:lnTo>
                <a:lnTo>
                  <a:pt x="100901" y="575741"/>
                </a:lnTo>
                <a:lnTo>
                  <a:pt x="120472" y="534022"/>
                </a:lnTo>
                <a:lnTo>
                  <a:pt x="142036" y="493471"/>
                </a:lnTo>
                <a:lnTo>
                  <a:pt x="165544" y="454139"/>
                </a:lnTo>
                <a:lnTo>
                  <a:pt x="190906" y="416115"/>
                </a:lnTo>
                <a:lnTo>
                  <a:pt x="218084" y="379450"/>
                </a:lnTo>
                <a:lnTo>
                  <a:pt x="247002" y="344195"/>
                </a:lnTo>
                <a:lnTo>
                  <a:pt x="277609" y="310438"/>
                </a:lnTo>
                <a:lnTo>
                  <a:pt x="309816" y="278231"/>
                </a:lnTo>
                <a:lnTo>
                  <a:pt x="343573" y="247624"/>
                </a:lnTo>
                <a:lnTo>
                  <a:pt x="378828" y="218706"/>
                </a:lnTo>
                <a:lnTo>
                  <a:pt x="415493" y="191528"/>
                </a:lnTo>
                <a:lnTo>
                  <a:pt x="453517" y="166166"/>
                </a:lnTo>
                <a:lnTo>
                  <a:pt x="492848" y="142659"/>
                </a:lnTo>
                <a:lnTo>
                  <a:pt x="533400" y="121094"/>
                </a:lnTo>
                <a:lnTo>
                  <a:pt x="575106" y="101523"/>
                </a:lnTo>
                <a:lnTo>
                  <a:pt x="617931" y="84023"/>
                </a:lnTo>
                <a:lnTo>
                  <a:pt x="661784" y="68643"/>
                </a:lnTo>
                <a:lnTo>
                  <a:pt x="706615" y="55448"/>
                </a:lnTo>
                <a:lnTo>
                  <a:pt x="752360" y="44513"/>
                </a:lnTo>
                <a:lnTo>
                  <a:pt x="798944" y="35902"/>
                </a:lnTo>
                <a:lnTo>
                  <a:pt x="846315" y="29667"/>
                </a:lnTo>
                <a:lnTo>
                  <a:pt x="894397" y="25882"/>
                </a:lnTo>
                <a:lnTo>
                  <a:pt x="943140" y="24599"/>
                </a:lnTo>
                <a:lnTo>
                  <a:pt x="991628" y="25869"/>
                </a:lnTo>
                <a:lnTo>
                  <a:pt x="1039495" y="29629"/>
                </a:lnTo>
                <a:lnTo>
                  <a:pt x="1086675" y="35814"/>
                </a:lnTo>
                <a:lnTo>
                  <a:pt x="1133932" y="44513"/>
                </a:lnTo>
                <a:lnTo>
                  <a:pt x="1179677" y="55448"/>
                </a:lnTo>
                <a:lnTo>
                  <a:pt x="1224508" y="68643"/>
                </a:lnTo>
                <a:lnTo>
                  <a:pt x="1268361" y="84023"/>
                </a:lnTo>
                <a:lnTo>
                  <a:pt x="1311186" y="101523"/>
                </a:lnTo>
                <a:lnTo>
                  <a:pt x="1352905" y="121094"/>
                </a:lnTo>
                <a:lnTo>
                  <a:pt x="1393456" y="142659"/>
                </a:lnTo>
                <a:lnTo>
                  <a:pt x="1432775" y="166166"/>
                </a:lnTo>
                <a:lnTo>
                  <a:pt x="1470799" y="191528"/>
                </a:lnTo>
                <a:lnTo>
                  <a:pt x="1507477" y="218706"/>
                </a:lnTo>
                <a:lnTo>
                  <a:pt x="1542719" y="247624"/>
                </a:lnTo>
                <a:lnTo>
                  <a:pt x="1576476" y="278231"/>
                </a:lnTo>
                <a:lnTo>
                  <a:pt x="1608696" y="310438"/>
                </a:lnTo>
                <a:lnTo>
                  <a:pt x="1639290" y="344195"/>
                </a:lnTo>
                <a:lnTo>
                  <a:pt x="1668208" y="379450"/>
                </a:lnTo>
                <a:lnTo>
                  <a:pt x="1695386" y="416115"/>
                </a:lnTo>
                <a:lnTo>
                  <a:pt x="1720748" y="454139"/>
                </a:lnTo>
                <a:lnTo>
                  <a:pt x="1744256" y="493471"/>
                </a:lnTo>
                <a:lnTo>
                  <a:pt x="1765820" y="534022"/>
                </a:lnTo>
                <a:lnTo>
                  <a:pt x="1785378" y="575741"/>
                </a:lnTo>
                <a:lnTo>
                  <a:pt x="1802892" y="618553"/>
                </a:lnTo>
                <a:lnTo>
                  <a:pt x="1818271" y="662406"/>
                </a:lnTo>
                <a:lnTo>
                  <a:pt x="1831454" y="707237"/>
                </a:lnTo>
                <a:lnTo>
                  <a:pt x="1842389" y="752983"/>
                </a:lnTo>
                <a:lnTo>
                  <a:pt x="1851012" y="799566"/>
                </a:lnTo>
                <a:lnTo>
                  <a:pt x="1857235" y="846937"/>
                </a:lnTo>
                <a:lnTo>
                  <a:pt x="1861032" y="895019"/>
                </a:lnTo>
                <a:lnTo>
                  <a:pt x="1861667" y="919416"/>
                </a:lnTo>
                <a:lnTo>
                  <a:pt x="1886280" y="919416"/>
                </a:lnTo>
                <a:close/>
              </a:path>
            </a:pathLst>
          </a:custGeom>
          <a:solidFill>
            <a:srgbClr val="0F68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object 3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037289" y="1401072"/>
            <a:ext cx="1828017" cy="1827884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155580" y="1511650"/>
            <a:ext cx="1600403" cy="2054001"/>
          </a:xfrm>
          <a:prstGeom prst="rect">
            <a:avLst/>
          </a:prstGeom>
        </p:spPr>
      </p:pic>
      <p:sp>
        <p:nvSpPr>
          <p:cNvPr id="39" name="object 39"/>
          <p:cNvSpPr/>
          <p:nvPr/>
        </p:nvSpPr>
        <p:spPr>
          <a:xfrm>
            <a:off x="8875395" y="2235085"/>
            <a:ext cx="1886585" cy="919480"/>
          </a:xfrm>
          <a:custGeom>
            <a:avLst/>
            <a:gdLst/>
            <a:ahLst/>
            <a:cxnLst/>
            <a:rect l="l" t="t" r="r" b="b"/>
            <a:pathLst>
              <a:path w="1886584" h="919480">
                <a:moveTo>
                  <a:pt x="1812556" y="0"/>
                </a:moveTo>
                <a:lnTo>
                  <a:pt x="73698" y="0"/>
                </a:lnTo>
                <a:lnTo>
                  <a:pt x="74333" y="23304"/>
                </a:lnTo>
                <a:lnTo>
                  <a:pt x="78155" y="70319"/>
                </a:lnTo>
                <a:lnTo>
                  <a:pt x="84455" y="116586"/>
                </a:lnTo>
                <a:lnTo>
                  <a:pt x="93141" y="162064"/>
                </a:lnTo>
                <a:lnTo>
                  <a:pt x="104178" y="206679"/>
                </a:lnTo>
                <a:lnTo>
                  <a:pt x="117475" y="250367"/>
                </a:lnTo>
                <a:lnTo>
                  <a:pt x="132969" y="293052"/>
                </a:lnTo>
                <a:lnTo>
                  <a:pt x="150609" y="334670"/>
                </a:lnTo>
                <a:lnTo>
                  <a:pt x="170307" y="375158"/>
                </a:lnTo>
                <a:lnTo>
                  <a:pt x="192011" y="414451"/>
                </a:lnTo>
                <a:lnTo>
                  <a:pt x="215646" y="452475"/>
                </a:lnTo>
                <a:lnTo>
                  <a:pt x="241134" y="489178"/>
                </a:lnTo>
                <a:lnTo>
                  <a:pt x="268439" y="524471"/>
                </a:lnTo>
                <a:lnTo>
                  <a:pt x="297472" y="558304"/>
                </a:lnTo>
                <a:lnTo>
                  <a:pt x="328168" y="590600"/>
                </a:lnTo>
                <a:lnTo>
                  <a:pt x="360476" y="621296"/>
                </a:lnTo>
                <a:lnTo>
                  <a:pt x="394309" y="650328"/>
                </a:lnTo>
                <a:lnTo>
                  <a:pt x="429602" y="677633"/>
                </a:lnTo>
                <a:lnTo>
                  <a:pt x="466293" y="703135"/>
                </a:lnTo>
                <a:lnTo>
                  <a:pt x="504317" y="726770"/>
                </a:lnTo>
                <a:lnTo>
                  <a:pt x="543610" y="748461"/>
                </a:lnTo>
                <a:lnTo>
                  <a:pt x="584111" y="768159"/>
                </a:lnTo>
                <a:lnTo>
                  <a:pt x="625729" y="785799"/>
                </a:lnTo>
                <a:lnTo>
                  <a:pt x="668413" y="801293"/>
                </a:lnTo>
                <a:lnTo>
                  <a:pt x="712101" y="814590"/>
                </a:lnTo>
                <a:lnTo>
                  <a:pt x="756704" y="825627"/>
                </a:lnTo>
                <a:lnTo>
                  <a:pt x="802182" y="834313"/>
                </a:lnTo>
                <a:lnTo>
                  <a:pt x="848461" y="840613"/>
                </a:lnTo>
                <a:lnTo>
                  <a:pt x="895464" y="844435"/>
                </a:lnTo>
                <a:lnTo>
                  <a:pt x="943140" y="845731"/>
                </a:lnTo>
                <a:lnTo>
                  <a:pt x="990803" y="844435"/>
                </a:lnTo>
                <a:lnTo>
                  <a:pt x="1037805" y="840613"/>
                </a:lnTo>
                <a:lnTo>
                  <a:pt x="1084072" y="834313"/>
                </a:lnTo>
                <a:lnTo>
                  <a:pt x="1129550" y="825627"/>
                </a:lnTo>
                <a:lnTo>
                  <a:pt x="1174165" y="814590"/>
                </a:lnTo>
                <a:lnTo>
                  <a:pt x="1217841" y="801293"/>
                </a:lnTo>
                <a:lnTo>
                  <a:pt x="1260525" y="785799"/>
                </a:lnTo>
                <a:lnTo>
                  <a:pt x="1302156" y="768159"/>
                </a:lnTo>
                <a:lnTo>
                  <a:pt x="1342644" y="748461"/>
                </a:lnTo>
                <a:lnTo>
                  <a:pt x="1381937" y="726770"/>
                </a:lnTo>
                <a:lnTo>
                  <a:pt x="1419961" y="703135"/>
                </a:lnTo>
                <a:lnTo>
                  <a:pt x="1456651" y="677633"/>
                </a:lnTo>
                <a:lnTo>
                  <a:pt x="1491957" y="650328"/>
                </a:lnTo>
                <a:lnTo>
                  <a:pt x="1525778" y="621296"/>
                </a:lnTo>
                <a:lnTo>
                  <a:pt x="1558086" y="590600"/>
                </a:lnTo>
                <a:lnTo>
                  <a:pt x="1588782" y="558304"/>
                </a:lnTo>
                <a:lnTo>
                  <a:pt x="1617814" y="524471"/>
                </a:lnTo>
                <a:lnTo>
                  <a:pt x="1645119" y="489178"/>
                </a:lnTo>
                <a:lnTo>
                  <a:pt x="1670621" y="452475"/>
                </a:lnTo>
                <a:lnTo>
                  <a:pt x="1694256" y="414451"/>
                </a:lnTo>
                <a:lnTo>
                  <a:pt x="1715960" y="375158"/>
                </a:lnTo>
                <a:lnTo>
                  <a:pt x="1735658" y="334670"/>
                </a:lnTo>
                <a:lnTo>
                  <a:pt x="1753285" y="293052"/>
                </a:lnTo>
                <a:lnTo>
                  <a:pt x="1768792" y="250367"/>
                </a:lnTo>
                <a:lnTo>
                  <a:pt x="1782089" y="206679"/>
                </a:lnTo>
                <a:lnTo>
                  <a:pt x="1793113" y="162064"/>
                </a:lnTo>
                <a:lnTo>
                  <a:pt x="1801812" y="116586"/>
                </a:lnTo>
                <a:lnTo>
                  <a:pt x="1808111" y="70319"/>
                </a:lnTo>
                <a:lnTo>
                  <a:pt x="1811934" y="23304"/>
                </a:lnTo>
                <a:lnTo>
                  <a:pt x="1812556" y="0"/>
                </a:lnTo>
                <a:close/>
              </a:path>
              <a:path w="1886584" h="919480">
                <a:moveTo>
                  <a:pt x="1886280" y="0"/>
                </a:moveTo>
                <a:lnTo>
                  <a:pt x="1861654" y="0"/>
                </a:lnTo>
                <a:lnTo>
                  <a:pt x="1861019" y="24384"/>
                </a:lnTo>
                <a:lnTo>
                  <a:pt x="1857133" y="73723"/>
                </a:lnTo>
                <a:lnTo>
                  <a:pt x="1857133" y="73215"/>
                </a:lnTo>
                <a:lnTo>
                  <a:pt x="1850999" y="119837"/>
                </a:lnTo>
                <a:lnTo>
                  <a:pt x="1842389" y="166420"/>
                </a:lnTo>
                <a:lnTo>
                  <a:pt x="1831454" y="212166"/>
                </a:lnTo>
                <a:lnTo>
                  <a:pt x="1818259" y="256997"/>
                </a:lnTo>
                <a:lnTo>
                  <a:pt x="1802879" y="300850"/>
                </a:lnTo>
                <a:lnTo>
                  <a:pt x="1785378" y="343674"/>
                </a:lnTo>
                <a:lnTo>
                  <a:pt x="1765808" y="385381"/>
                </a:lnTo>
                <a:lnTo>
                  <a:pt x="1744243" y="425932"/>
                </a:lnTo>
                <a:lnTo>
                  <a:pt x="1720735" y="465264"/>
                </a:lnTo>
                <a:lnTo>
                  <a:pt x="1695373" y="503288"/>
                </a:lnTo>
                <a:lnTo>
                  <a:pt x="1668195" y="539953"/>
                </a:lnTo>
                <a:lnTo>
                  <a:pt x="1639277" y="575208"/>
                </a:lnTo>
                <a:lnTo>
                  <a:pt x="1608670" y="608965"/>
                </a:lnTo>
                <a:lnTo>
                  <a:pt x="1576463" y="641172"/>
                </a:lnTo>
                <a:lnTo>
                  <a:pt x="1542707" y="671779"/>
                </a:lnTo>
                <a:lnTo>
                  <a:pt x="1507439" y="700697"/>
                </a:lnTo>
                <a:lnTo>
                  <a:pt x="1470787" y="727875"/>
                </a:lnTo>
                <a:lnTo>
                  <a:pt x="1432750" y="753237"/>
                </a:lnTo>
                <a:lnTo>
                  <a:pt x="1393431" y="776744"/>
                </a:lnTo>
                <a:lnTo>
                  <a:pt x="1352880" y="798309"/>
                </a:lnTo>
                <a:lnTo>
                  <a:pt x="1311160" y="817880"/>
                </a:lnTo>
                <a:lnTo>
                  <a:pt x="1268349" y="835380"/>
                </a:lnTo>
                <a:lnTo>
                  <a:pt x="1224483" y="850760"/>
                </a:lnTo>
                <a:lnTo>
                  <a:pt x="1179652" y="863955"/>
                </a:lnTo>
                <a:lnTo>
                  <a:pt x="1133919" y="874890"/>
                </a:lnTo>
                <a:lnTo>
                  <a:pt x="1087335" y="883500"/>
                </a:lnTo>
                <a:lnTo>
                  <a:pt x="1039964" y="889736"/>
                </a:lnTo>
                <a:lnTo>
                  <a:pt x="991870" y="893521"/>
                </a:lnTo>
                <a:lnTo>
                  <a:pt x="943140" y="894803"/>
                </a:lnTo>
                <a:lnTo>
                  <a:pt x="894638" y="893533"/>
                </a:lnTo>
                <a:lnTo>
                  <a:pt x="846785" y="889774"/>
                </a:lnTo>
                <a:lnTo>
                  <a:pt x="799604" y="883589"/>
                </a:lnTo>
                <a:lnTo>
                  <a:pt x="752348" y="874890"/>
                </a:lnTo>
                <a:lnTo>
                  <a:pt x="706602" y="863955"/>
                </a:lnTo>
                <a:lnTo>
                  <a:pt x="661771" y="850760"/>
                </a:lnTo>
                <a:lnTo>
                  <a:pt x="617918" y="835380"/>
                </a:lnTo>
                <a:lnTo>
                  <a:pt x="575094" y="817880"/>
                </a:lnTo>
                <a:lnTo>
                  <a:pt x="533374" y="798309"/>
                </a:lnTo>
                <a:lnTo>
                  <a:pt x="492823" y="776744"/>
                </a:lnTo>
                <a:lnTo>
                  <a:pt x="453504" y="753237"/>
                </a:lnTo>
                <a:lnTo>
                  <a:pt x="415480" y="727875"/>
                </a:lnTo>
                <a:lnTo>
                  <a:pt x="378802" y="700697"/>
                </a:lnTo>
                <a:lnTo>
                  <a:pt x="343560" y="671779"/>
                </a:lnTo>
                <a:lnTo>
                  <a:pt x="309803" y="641172"/>
                </a:lnTo>
                <a:lnTo>
                  <a:pt x="277583" y="608965"/>
                </a:lnTo>
                <a:lnTo>
                  <a:pt x="246989" y="575208"/>
                </a:lnTo>
                <a:lnTo>
                  <a:pt x="218071" y="539953"/>
                </a:lnTo>
                <a:lnTo>
                  <a:pt x="190893" y="503288"/>
                </a:lnTo>
                <a:lnTo>
                  <a:pt x="165531" y="465264"/>
                </a:lnTo>
                <a:lnTo>
                  <a:pt x="142024" y="425932"/>
                </a:lnTo>
                <a:lnTo>
                  <a:pt x="120459" y="385381"/>
                </a:lnTo>
                <a:lnTo>
                  <a:pt x="100888" y="343674"/>
                </a:lnTo>
                <a:lnTo>
                  <a:pt x="83388" y="300850"/>
                </a:lnTo>
                <a:lnTo>
                  <a:pt x="68008" y="256997"/>
                </a:lnTo>
                <a:lnTo>
                  <a:pt x="54825" y="212166"/>
                </a:lnTo>
                <a:lnTo>
                  <a:pt x="43891" y="166420"/>
                </a:lnTo>
                <a:lnTo>
                  <a:pt x="35267" y="119837"/>
                </a:lnTo>
                <a:lnTo>
                  <a:pt x="29044" y="72466"/>
                </a:lnTo>
                <a:lnTo>
                  <a:pt x="25247" y="24384"/>
                </a:lnTo>
                <a:lnTo>
                  <a:pt x="24612" y="0"/>
                </a:lnTo>
                <a:lnTo>
                  <a:pt x="0" y="0"/>
                </a:lnTo>
                <a:lnTo>
                  <a:pt x="4267" y="71996"/>
                </a:lnTo>
                <a:lnTo>
                  <a:pt x="10274" y="119176"/>
                </a:lnTo>
                <a:lnTo>
                  <a:pt x="18592" y="165595"/>
                </a:lnTo>
                <a:lnTo>
                  <a:pt x="29044" y="210769"/>
                </a:lnTo>
                <a:lnTo>
                  <a:pt x="41884" y="255981"/>
                </a:lnTo>
                <a:lnTo>
                  <a:pt x="56743" y="299796"/>
                </a:lnTo>
                <a:lnTo>
                  <a:pt x="73660" y="342646"/>
                </a:lnTo>
                <a:lnTo>
                  <a:pt x="92583" y="384441"/>
                </a:lnTo>
                <a:lnTo>
                  <a:pt x="113449" y="425119"/>
                </a:lnTo>
                <a:lnTo>
                  <a:pt x="136207" y="464642"/>
                </a:lnTo>
                <a:lnTo>
                  <a:pt x="160782" y="502932"/>
                </a:lnTo>
                <a:lnTo>
                  <a:pt x="187121" y="539953"/>
                </a:lnTo>
                <a:lnTo>
                  <a:pt x="215163" y="575614"/>
                </a:lnTo>
                <a:lnTo>
                  <a:pt x="244843" y="609866"/>
                </a:lnTo>
                <a:lnTo>
                  <a:pt x="276110" y="642670"/>
                </a:lnTo>
                <a:lnTo>
                  <a:pt x="308902" y="673938"/>
                </a:lnTo>
                <a:lnTo>
                  <a:pt x="343166" y="703618"/>
                </a:lnTo>
                <a:lnTo>
                  <a:pt x="378802" y="731647"/>
                </a:lnTo>
                <a:lnTo>
                  <a:pt x="415836" y="757999"/>
                </a:lnTo>
                <a:lnTo>
                  <a:pt x="454139" y="782574"/>
                </a:lnTo>
                <a:lnTo>
                  <a:pt x="493649" y="805319"/>
                </a:lnTo>
                <a:lnTo>
                  <a:pt x="534339" y="826198"/>
                </a:lnTo>
                <a:lnTo>
                  <a:pt x="576135" y="845121"/>
                </a:lnTo>
                <a:lnTo>
                  <a:pt x="618972" y="862037"/>
                </a:lnTo>
                <a:lnTo>
                  <a:pt x="662800" y="876896"/>
                </a:lnTo>
                <a:lnTo>
                  <a:pt x="707555" y="889635"/>
                </a:lnTo>
                <a:lnTo>
                  <a:pt x="753173" y="900188"/>
                </a:lnTo>
                <a:lnTo>
                  <a:pt x="798931" y="908392"/>
                </a:lnTo>
                <a:lnTo>
                  <a:pt x="846302" y="914463"/>
                </a:lnTo>
                <a:lnTo>
                  <a:pt x="894397" y="918146"/>
                </a:lnTo>
                <a:lnTo>
                  <a:pt x="943140" y="919403"/>
                </a:lnTo>
                <a:lnTo>
                  <a:pt x="991628" y="918171"/>
                </a:lnTo>
                <a:lnTo>
                  <a:pt x="1039495" y="914514"/>
                </a:lnTo>
                <a:lnTo>
                  <a:pt x="1086662" y="908507"/>
                </a:lnTo>
                <a:lnTo>
                  <a:pt x="1133094" y="900188"/>
                </a:lnTo>
                <a:lnTo>
                  <a:pt x="1178712" y="889635"/>
                </a:lnTo>
                <a:lnTo>
                  <a:pt x="1223467" y="876896"/>
                </a:lnTo>
                <a:lnTo>
                  <a:pt x="1267294" y="862037"/>
                </a:lnTo>
                <a:lnTo>
                  <a:pt x="1310144" y="845121"/>
                </a:lnTo>
                <a:lnTo>
                  <a:pt x="1351927" y="826198"/>
                </a:lnTo>
                <a:lnTo>
                  <a:pt x="1392618" y="805332"/>
                </a:lnTo>
                <a:lnTo>
                  <a:pt x="1432140" y="782574"/>
                </a:lnTo>
                <a:lnTo>
                  <a:pt x="1470431" y="757999"/>
                </a:lnTo>
                <a:lnTo>
                  <a:pt x="1507439" y="731659"/>
                </a:lnTo>
                <a:lnTo>
                  <a:pt x="1543113" y="703618"/>
                </a:lnTo>
                <a:lnTo>
                  <a:pt x="1577365" y="673938"/>
                </a:lnTo>
                <a:lnTo>
                  <a:pt x="1610156" y="642670"/>
                </a:lnTo>
                <a:lnTo>
                  <a:pt x="1641436" y="609866"/>
                </a:lnTo>
                <a:lnTo>
                  <a:pt x="1671116" y="575614"/>
                </a:lnTo>
                <a:lnTo>
                  <a:pt x="1699158" y="539953"/>
                </a:lnTo>
                <a:lnTo>
                  <a:pt x="1725498" y="502945"/>
                </a:lnTo>
                <a:lnTo>
                  <a:pt x="1750072" y="464642"/>
                </a:lnTo>
                <a:lnTo>
                  <a:pt x="1772818" y="425119"/>
                </a:lnTo>
                <a:lnTo>
                  <a:pt x="1793684" y="384441"/>
                </a:lnTo>
                <a:lnTo>
                  <a:pt x="1812620" y="342646"/>
                </a:lnTo>
                <a:lnTo>
                  <a:pt x="1829536" y="299808"/>
                </a:lnTo>
                <a:lnTo>
                  <a:pt x="1844395" y="255981"/>
                </a:lnTo>
                <a:lnTo>
                  <a:pt x="1857133" y="211226"/>
                </a:lnTo>
                <a:lnTo>
                  <a:pt x="1867687" y="165608"/>
                </a:lnTo>
                <a:lnTo>
                  <a:pt x="1876005" y="119176"/>
                </a:lnTo>
                <a:lnTo>
                  <a:pt x="1882013" y="71996"/>
                </a:lnTo>
                <a:lnTo>
                  <a:pt x="1885670" y="24130"/>
                </a:lnTo>
                <a:lnTo>
                  <a:pt x="1886280" y="0"/>
                </a:lnTo>
                <a:close/>
              </a:path>
            </a:pathLst>
          </a:custGeom>
          <a:solidFill>
            <a:srgbClr val="ADE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object 4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85972" y="1401141"/>
            <a:ext cx="1667312" cy="1667191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093863" y="1501998"/>
            <a:ext cx="1459709" cy="1459599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9719945" y="904494"/>
            <a:ext cx="142875" cy="509905"/>
          </a:xfrm>
          <a:custGeom>
            <a:avLst/>
            <a:gdLst/>
            <a:ahLst/>
            <a:cxnLst/>
            <a:rect l="l" t="t" r="r" b="b"/>
            <a:pathLst>
              <a:path w="142875" h="509905">
                <a:moveTo>
                  <a:pt x="82298" y="481329"/>
                </a:moveTo>
                <a:lnTo>
                  <a:pt x="66421" y="481329"/>
                </a:lnTo>
                <a:lnTo>
                  <a:pt x="60320" y="487552"/>
                </a:lnTo>
                <a:lnTo>
                  <a:pt x="60198" y="503554"/>
                </a:lnTo>
                <a:lnTo>
                  <a:pt x="66548" y="509904"/>
                </a:lnTo>
                <a:lnTo>
                  <a:pt x="82296" y="509904"/>
                </a:lnTo>
                <a:lnTo>
                  <a:pt x="88646" y="503554"/>
                </a:lnTo>
                <a:lnTo>
                  <a:pt x="88646" y="487552"/>
                </a:lnTo>
                <a:lnTo>
                  <a:pt x="82298" y="481329"/>
                </a:lnTo>
                <a:close/>
              </a:path>
              <a:path w="142875" h="509905">
                <a:moveTo>
                  <a:pt x="81917" y="424179"/>
                </a:moveTo>
                <a:lnTo>
                  <a:pt x="66039" y="424179"/>
                </a:lnTo>
                <a:lnTo>
                  <a:pt x="59689" y="430529"/>
                </a:lnTo>
                <a:lnTo>
                  <a:pt x="59689" y="446404"/>
                </a:lnTo>
                <a:lnTo>
                  <a:pt x="66166" y="452754"/>
                </a:lnTo>
                <a:lnTo>
                  <a:pt x="81790" y="452754"/>
                </a:lnTo>
                <a:lnTo>
                  <a:pt x="88264" y="446150"/>
                </a:lnTo>
                <a:lnTo>
                  <a:pt x="88264" y="430529"/>
                </a:lnTo>
                <a:lnTo>
                  <a:pt x="88394" y="430529"/>
                </a:lnTo>
                <a:lnTo>
                  <a:pt x="81917" y="424179"/>
                </a:lnTo>
                <a:close/>
              </a:path>
              <a:path w="142875" h="509905">
                <a:moveTo>
                  <a:pt x="81536" y="367029"/>
                </a:moveTo>
                <a:lnTo>
                  <a:pt x="65658" y="367029"/>
                </a:lnTo>
                <a:lnTo>
                  <a:pt x="59308" y="373379"/>
                </a:lnTo>
                <a:lnTo>
                  <a:pt x="59308" y="389254"/>
                </a:lnTo>
                <a:lnTo>
                  <a:pt x="65785" y="395604"/>
                </a:lnTo>
                <a:lnTo>
                  <a:pt x="81409" y="395604"/>
                </a:lnTo>
                <a:lnTo>
                  <a:pt x="87883" y="389000"/>
                </a:lnTo>
                <a:lnTo>
                  <a:pt x="87883" y="373379"/>
                </a:lnTo>
                <a:lnTo>
                  <a:pt x="88013" y="373379"/>
                </a:lnTo>
                <a:lnTo>
                  <a:pt x="81536" y="367029"/>
                </a:lnTo>
                <a:close/>
              </a:path>
              <a:path w="142875" h="509905">
                <a:moveTo>
                  <a:pt x="81150" y="309752"/>
                </a:moveTo>
                <a:lnTo>
                  <a:pt x="65150" y="309752"/>
                </a:lnTo>
                <a:lnTo>
                  <a:pt x="58800" y="316229"/>
                </a:lnTo>
                <a:lnTo>
                  <a:pt x="58927" y="332104"/>
                </a:lnTo>
                <a:lnTo>
                  <a:pt x="65404" y="338454"/>
                </a:lnTo>
                <a:lnTo>
                  <a:pt x="81028" y="338454"/>
                </a:lnTo>
                <a:lnTo>
                  <a:pt x="87502" y="331850"/>
                </a:lnTo>
                <a:lnTo>
                  <a:pt x="87377" y="316229"/>
                </a:lnTo>
                <a:lnTo>
                  <a:pt x="81150" y="309752"/>
                </a:lnTo>
                <a:close/>
              </a:path>
              <a:path w="142875" h="509905">
                <a:moveTo>
                  <a:pt x="80772" y="252602"/>
                </a:moveTo>
                <a:lnTo>
                  <a:pt x="64770" y="252602"/>
                </a:lnTo>
                <a:lnTo>
                  <a:pt x="58669" y="258825"/>
                </a:lnTo>
                <a:lnTo>
                  <a:pt x="58547" y="274827"/>
                </a:lnTo>
                <a:lnTo>
                  <a:pt x="65024" y="281177"/>
                </a:lnTo>
                <a:lnTo>
                  <a:pt x="80772" y="281177"/>
                </a:lnTo>
                <a:lnTo>
                  <a:pt x="86997" y="274827"/>
                </a:lnTo>
                <a:lnTo>
                  <a:pt x="86995" y="258825"/>
                </a:lnTo>
                <a:lnTo>
                  <a:pt x="80772" y="252602"/>
                </a:lnTo>
                <a:close/>
              </a:path>
              <a:path w="142875" h="509905">
                <a:moveTo>
                  <a:pt x="80390" y="195452"/>
                </a:moveTo>
                <a:lnTo>
                  <a:pt x="64388" y="195452"/>
                </a:lnTo>
                <a:lnTo>
                  <a:pt x="58288" y="201675"/>
                </a:lnTo>
                <a:lnTo>
                  <a:pt x="58165" y="217677"/>
                </a:lnTo>
                <a:lnTo>
                  <a:pt x="64643" y="224027"/>
                </a:lnTo>
                <a:lnTo>
                  <a:pt x="80263" y="224027"/>
                </a:lnTo>
                <a:lnTo>
                  <a:pt x="86613" y="217677"/>
                </a:lnTo>
                <a:lnTo>
                  <a:pt x="86613" y="201675"/>
                </a:lnTo>
                <a:lnTo>
                  <a:pt x="80390" y="195452"/>
                </a:lnTo>
                <a:close/>
              </a:path>
              <a:path w="142875" h="509905">
                <a:moveTo>
                  <a:pt x="61569" y="140741"/>
                </a:moveTo>
                <a:lnTo>
                  <a:pt x="57657" y="144652"/>
                </a:lnTo>
                <a:lnTo>
                  <a:pt x="57784" y="160527"/>
                </a:lnTo>
                <a:lnTo>
                  <a:pt x="64261" y="166877"/>
                </a:lnTo>
                <a:lnTo>
                  <a:pt x="79885" y="166877"/>
                </a:lnTo>
                <a:lnTo>
                  <a:pt x="86359" y="160274"/>
                </a:lnTo>
                <a:lnTo>
                  <a:pt x="86234" y="144652"/>
                </a:lnTo>
                <a:lnTo>
                  <a:pt x="86362" y="144652"/>
                </a:lnTo>
                <a:lnTo>
                  <a:pt x="84419" y="142748"/>
                </a:lnTo>
                <a:lnTo>
                  <a:pt x="72008" y="142748"/>
                </a:lnTo>
                <a:lnTo>
                  <a:pt x="61569" y="140741"/>
                </a:lnTo>
                <a:close/>
              </a:path>
              <a:path w="142875" h="509905">
                <a:moveTo>
                  <a:pt x="79885" y="138302"/>
                </a:moveTo>
                <a:lnTo>
                  <a:pt x="64007" y="138302"/>
                </a:lnTo>
                <a:lnTo>
                  <a:pt x="61569" y="140741"/>
                </a:lnTo>
                <a:lnTo>
                  <a:pt x="72008" y="142748"/>
                </a:lnTo>
                <a:lnTo>
                  <a:pt x="82241" y="140612"/>
                </a:lnTo>
                <a:lnTo>
                  <a:pt x="79885" y="138302"/>
                </a:lnTo>
                <a:close/>
              </a:path>
              <a:path w="142875" h="509905">
                <a:moveTo>
                  <a:pt x="82241" y="140612"/>
                </a:moveTo>
                <a:lnTo>
                  <a:pt x="72008" y="142748"/>
                </a:lnTo>
                <a:lnTo>
                  <a:pt x="84419" y="142748"/>
                </a:lnTo>
                <a:lnTo>
                  <a:pt x="82241" y="140612"/>
                </a:lnTo>
                <a:close/>
              </a:path>
              <a:path w="142875" h="509905">
                <a:moveTo>
                  <a:pt x="70993" y="0"/>
                </a:moveTo>
                <a:lnTo>
                  <a:pt x="43201" y="5784"/>
                </a:lnTo>
                <a:lnTo>
                  <a:pt x="20589" y="21224"/>
                </a:lnTo>
                <a:lnTo>
                  <a:pt x="5431" y="44023"/>
                </a:lnTo>
                <a:lnTo>
                  <a:pt x="0" y="71881"/>
                </a:lnTo>
                <a:lnTo>
                  <a:pt x="5804" y="99671"/>
                </a:lnTo>
                <a:lnTo>
                  <a:pt x="21288" y="122269"/>
                </a:lnTo>
                <a:lnTo>
                  <a:pt x="44130" y="137390"/>
                </a:lnTo>
                <a:lnTo>
                  <a:pt x="61569" y="140741"/>
                </a:lnTo>
                <a:lnTo>
                  <a:pt x="64007" y="138302"/>
                </a:lnTo>
                <a:lnTo>
                  <a:pt x="93308" y="138302"/>
                </a:lnTo>
                <a:lnTo>
                  <a:pt x="99726" y="136963"/>
                </a:lnTo>
                <a:lnTo>
                  <a:pt x="122300" y="121523"/>
                </a:lnTo>
                <a:lnTo>
                  <a:pt x="130136" y="109727"/>
                </a:lnTo>
                <a:lnTo>
                  <a:pt x="63880" y="109727"/>
                </a:lnTo>
                <a:lnTo>
                  <a:pt x="57403" y="103377"/>
                </a:lnTo>
                <a:lnTo>
                  <a:pt x="57276" y="87502"/>
                </a:lnTo>
                <a:lnTo>
                  <a:pt x="63626" y="81025"/>
                </a:lnTo>
                <a:lnTo>
                  <a:pt x="140894" y="81025"/>
                </a:lnTo>
                <a:lnTo>
                  <a:pt x="142875" y="70865"/>
                </a:lnTo>
                <a:lnTo>
                  <a:pt x="137072" y="43076"/>
                </a:lnTo>
                <a:lnTo>
                  <a:pt x="121602" y="20478"/>
                </a:lnTo>
                <a:lnTo>
                  <a:pt x="98798" y="5357"/>
                </a:lnTo>
                <a:lnTo>
                  <a:pt x="70993" y="0"/>
                </a:lnTo>
                <a:close/>
              </a:path>
              <a:path w="142875" h="509905">
                <a:moveTo>
                  <a:pt x="93308" y="138302"/>
                </a:moveTo>
                <a:lnTo>
                  <a:pt x="79885" y="138302"/>
                </a:lnTo>
                <a:lnTo>
                  <a:pt x="82241" y="140612"/>
                </a:lnTo>
                <a:lnTo>
                  <a:pt x="93308" y="138302"/>
                </a:lnTo>
                <a:close/>
              </a:path>
              <a:path w="142875" h="509905">
                <a:moveTo>
                  <a:pt x="79375" y="81025"/>
                </a:moveTo>
                <a:lnTo>
                  <a:pt x="63626" y="81025"/>
                </a:lnTo>
                <a:lnTo>
                  <a:pt x="57276" y="87502"/>
                </a:lnTo>
                <a:lnTo>
                  <a:pt x="57403" y="103377"/>
                </a:lnTo>
                <a:lnTo>
                  <a:pt x="63880" y="109727"/>
                </a:lnTo>
                <a:lnTo>
                  <a:pt x="79504" y="109727"/>
                </a:lnTo>
                <a:lnTo>
                  <a:pt x="85978" y="103124"/>
                </a:lnTo>
                <a:lnTo>
                  <a:pt x="85853" y="87502"/>
                </a:lnTo>
                <a:lnTo>
                  <a:pt x="85981" y="87502"/>
                </a:lnTo>
                <a:lnTo>
                  <a:pt x="79375" y="81025"/>
                </a:lnTo>
                <a:close/>
              </a:path>
              <a:path w="142875" h="509905">
                <a:moveTo>
                  <a:pt x="140894" y="81025"/>
                </a:moveTo>
                <a:lnTo>
                  <a:pt x="79375" y="81025"/>
                </a:lnTo>
                <a:lnTo>
                  <a:pt x="85981" y="87502"/>
                </a:lnTo>
                <a:lnTo>
                  <a:pt x="85978" y="103124"/>
                </a:lnTo>
                <a:lnTo>
                  <a:pt x="79504" y="109727"/>
                </a:lnTo>
                <a:lnTo>
                  <a:pt x="130136" y="109727"/>
                </a:lnTo>
                <a:lnTo>
                  <a:pt x="137445" y="98724"/>
                </a:lnTo>
                <a:lnTo>
                  <a:pt x="140894" y="81025"/>
                </a:lnTo>
                <a:close/>
              </a:path>
            </a:pathLst>
          </a:custGeom>
          <a:solidFill>
            <a:srgbClr val="ADE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0741444" y="1315795"/>
            <a:ext cx="1886585" cy="919480"/>
          </a:xfrm>
          <a:custGeom>
            <a:avLst/>
            <a:gdLst/>
            <a:ahLst/>
            <a:cxnLst/>
            <a:rect l="l" t="t" r="r" b="b"/>
            <a:pathLst>
              <a:path w="1886584" h="919480">
                <a:moveTo>
                  <a:pt x="1812582" y="919403"/>
                </a:moveTo>
                <a:lnTo>
                  <a:pt x="1808124" y="849096"/>
                </a:lnTo>
                <a:lnTo>
                  <a:pt x="1801825" y="802817"/>
                </a:lnTo>
                <a:lnTo>
                  <a:pt x="1793125" y="757339"/>
                </a:lnTo>
                <a:lnTo>
                  <a:pt x="1782102" y="712724"/>
                </a:lnTo>
                <a:lnTo>
                  <a:pt x="1768805" y="669036"/>
                </a:lnTo>
                <a:lnTo>
                  <a:pt x="1753311" y="626351"/>
                </a:lnTo>
                <a:lnTo>
                  <a:pt x="1735670" y="584733"/>
                </a:lnTo>
                <a:lnTo>
                  <a:pt x="1715973" y="544245"/>
                </a:lnTo>
                <a:lnTo>
                  <a:pt x="1694268" y="504952"/>
                </a:lnTo>
                <a:lnTo>
                  <a:pt x="1670634" y="466928"/>
                </a:lnTo>
                <a:lnTo>
                  <a:pt x="1645132" y="430225"/>
                </a:lnTo>
                <a:lnTo>
                  <a:pt x="1617840" y="394931"/>
                </a:lnTo>
                <a:lnTo>
                  <a:pt x="1588808" y="361099"/>
                </a:lnTo>
                <a:lnTo>
                  <a:pt x="1558099" y="328803"/>
                </a:lnTo>
                <a:lnTo>
                  <a:pt x="1525803" y="298107"/>
                </a:lnTo>
                <a:lnTo>
                  <a:pt x="1491970" y="269074"/>
                </a:lnTo>
                <a:lnTo>
                  <a:pt x="1456677" y="241769"/>
                </a:lnTo>
                <a:lnTo>
                  <a:pt x="1419987" y="216268"/>
                </a:lnTo>
                <a:lnTo>
                  <a:pt x="1381950" y="192646"/>
                </a:lnTo>
                <a:lnTo>
                  <a:pt x="1342669" y="170942"/>
                </a:lnTo>
                <a:lnTo>
                  <a:pt x="1302169" y="151244"/>
                </a:lnTo>
                <a:lnTo>
                  <a:pt x="1260551" y="133604"/>
                </a:lnTo>
                <a:lnTo>
                  <a:pt x="1217866" y="118110"/>
                </a:lnTo>
                <a:lnTo>
                  <a:pt x="1174178" y="104813"/>
                </a:lnTo>
                <a:lnTo>
                  <a:pt x="1129563" y="93789"/>
                </a:lnTo>
                <a:lnTo>
                  <a:pt x="1084084" y="85090"/>
                </a:lnTo>
                <a:lnTo>
                  <a:pt x="1037818" y="78790"/>
                </a:lnTo>
                <a:lnTo>
                  <a:pt x="990815" y="74968"/>
                </a:lnTo>
                <a:lnTo>
                  <a:pt x="943140" y="73685"/>
                </a:lnTo>
                <a:lnTo>
                  <a:pt x="895477" y="74968"/>
                </a:lnTo>
                <a:lnTo>
                  <a:pt x="848474" y="78790"/>
                </a:lnTo>
                <a:lnTo>
                  <a:pt x="802195" y="85090"/>
                </a:lnTo>
                <a:lnTo>
                  <a:pt x="756729" y="93789"/>
                </a:lnTo>
                <a:lnTo>
                  <a:pt x="712114" y="104813"/>
                </a:lnTo>
                <a:lnTo>
                  <a:pt x="668426" y="118110"/>
                </a:lnTo>
                <a:lnTo>
                  <a:pt x="625741" y="133604"/>
                </a:lnTo>
                <a:lnTo>
                  <a:pt x="584123" y="151244"/>
                </a:lnTo>
                <a:lnTo>
                  <a:pt x="543636" y="170942"/>
                </a:lnTo>
                <a:lnTo>
                  <a:pt x="504342" y="192646"/>
                </a:lnTo>
                <a:lnTo>
                  <a:pt x="466318" y="216268"/>
                </a:lnTo>
                <a:lnTo>
                  <a:pt x="429628" y="241769"/>
                </a:lnTo>
                <a:lnTo>
                  <a:pt x="394322" y="269074"/>
                </a:lnTo>
                <a:lnTo>
                  <a:pt x="360489" y="298107"/>
                </a:lnTo>
                <a:lnTo>
                  <a:pt x="328193" y="328803"/>
                </a:lnTo>
                <a:lnTo>
                  <a:pt x="297497" y="361099"/>
                </a:lnTo>
                <a:lnTo>
                  <a:pt x="268465" y="394931"/>
                </a:lnTo>
                <a:lnTo>
                  <a:pt x="241160" y="430225"/>
                </a:lnTo>
                <a:lnTo>
                  <a:pt x="215658" y="466928"/>
                </a:lnTo>
                <a:lnTo>
                  <a:pt x="192024" y="504952"/>
                </a:lnTo>
                <a:lnTo>
                  <a:pt x="170319" y="544245"/>
                </a:lnTo>
                <a:lnTo>
                  <a:pt x="150622" y="584733"/>
                </a:lnTo>
                <a:lnTo>
                  <a:pt x="132994" y="626351"/>
                </a:lnTo>
                <a:lnTo>
                  <a:pt x="117487" y="669036"/>
                </a:lnTo>
                <a:lnTo>
                  <a:pt x="104190" y="712724"/>
                </a:lnTo>
                <a:lnTo>
                  <a:pt x="93167" y="757339"/>
                </a:lnTo>
                <a:lnTo>
                  <a:pt x="84467" y="802817"/>
                </a:lnTo>
                <a:lnTo>
                  <a:pt x="78168" y="849096"/>
                </a:lnTo>
                <a:lnTo>
                  <a:pt x="74345" y="896099"/>
                </a:lnTo>
                <a:lnTo>
                  <a:pt x="73723" y="919403"/>
                </a:lnTo>
                <a:lnTo>
                  <a:pt x="1812582" y="919403"/>
                </a:lnTo>
                <a:close/>
              </a:path>
              <a:path w="1886584" h="919480">
                <a:moveTo>
                  <a:pt x="1886280" y="919403"/>
                </a:moveTo>
                <a:lnTo>
                  <a:pt x="1882013" y="847407"/>
                </a:lnTo>
                <a:lnTo>
                  <a:pt x="1876005" y="800227"/>
                </a:lnTo>
                <a:lnTo>
                  <a:pt x="1867687" y="753808"/>
                </a:lnTo>
                <a:lnTo>
                  <a:pt x="1857235" y="708634"/>
                </a:lnTo>
                <a:lnTo>
                  <a:pt x="1844395" y="663422"/>
                </a:lnTo>
                <a:lnTo>
                  <a:pt x="1829536" y="619607"/>
                </a:lnTo>
                <a:lnTo>
                  <a:pt x="1812620" y="576757"/>
                </a:lnTo>
                <a:lnTo>
                  <a:pt x="1793697" y="534974"/>
                </a:lnTo>
                <a:lnTo>
                  <a:pt x="1772818" y="494284"/>
                </a:lnTo>
                <a:lnTo>
                  <a:pt x="1750072" y="454761"/>
                </a:lnTo>
                <a:lnTo>
                  <a:pt x="1725498" y="416471"/>
                </a:lnTo>
                <a:lnTo>
                  <a:pt x="1699158" y="379450"/>
                </a:lnTo>
                <a:lnTo>
                  <a:pt x="1671116" y="343789"/>
                </a:lnTo>
                <a:lnTo>
                  <a:pt x="1641436" y="309537"/>
                </a:lnTo>
                <a:lnTo>
                  <a:pt x="1610169" y="276733"/>
                </a:lnTo>
                <a:lnTo>
                  <a:pt x="1577365" y="245465"/>
                </a:lnTo>
                <a:lnTo>
                  <a:pt x="1543113" y="215785"/>
                </a:lnTo>
                <a:lnTo>
                  <a:pt x="1507477" y="187756"/>
                </a:lnTo>
                <a:lnTo>
                  <a:pt x="1470444" y="161404"/>
                </a:lnTo>
                <a:lnTo>
                  <a:pt x="1432140" y="136829"/>
                </a:lnTo>
                <a:lnTo>
                  <a:pt x="1392618" y="114084"/>
                </a:lnTo>
                <a:lnTo>
                  <a:pt x="1351940" y="93205"/>
                </a:lnTo>
                <a:lnTo>
                  <a:pt x="1310144" y="74282"/>
                </a:lnTo>
                <a:lnTo>
                  <a:pt x="1267307" y="57365"/>
                </a:lnTo>
                <a:lnTo>
                  <a:pt x="1223479" y="42506"/>
                </a:lnTo>
                <a:lnTo>
                  <a:pt x="1178725" y="29768"/>
                </a:lnTo>
                <a:lnTo>
                  <a:pt x="1133106" y="19215"/>
                </a:lnTo>
                <a:lnTo>
                  <a:pt x="1087348" y="11023"/>
                </a:lnTo>
                <a:lnTo>
                  <a:pt x="1086675" y="10896"/>
                </a:lnTo>
                <a:lnTo>
                  <a:pt x="1039977" y="4940"/>
                </a:lnTo>
                <a:lnTo>
                  <a:pt x="1039495" y="4889"/>
                </a:lnTo>
                <a:lnTo>
                  <a:pt x="991882" y="1257"/>
                </a:lnTo>
                <a:lnTo>
                  <a:pt x="943140" y="0"/>
                </a:lnTo>
                <a:lnTo>
                  <a:pt x="894651" y="1231"/>
                </a:lnTo>
                <a:lnTo>
                  <a:pt x="846785" y="4889"/>
                </a:lnTo>
                <a:lnTo>
                  <a:pt x="799604" y="10896"/>
                </a:lnTo>
                <a:lnTo>
                  <a:pt x="753186" y="19215"/>
                </a:lnTo>
                <a:lnTo>
                  <a:pt x="707555" y="29768"/>
                </a:lnTo>
                <a:lnTo>
                  <a:pt x="662800" y="42506"/>
                </a:lnTo>
                <a:lnTo>
                  <a:pt x="618985" y="57365"/>
                </a:lnTo>
                <a:lnTo>
                  <a:pt x="576135" y="74282"/>
                </a:lnTo>
                <a:lnTo>
                  <a:pt x="534352" y="93205"/>
                </a:lnTo>
                <a:lnTo>
                  <a:pt x="493661" y="114084"/>
                </a:lnTo>
                <a:lnTo>
                  <a:pt x="454139" y="136829"/>
                </a:lnTo>
                <a:lnTo>
                  <a:pt x="415848" y="161404"/>
                </a:lnTo>
                <a:lnTo>
                  <a:pt x="378828" y="187744"/>
                </a:lnTo>
                <a:lnTo>
                  <a:pt x="343166" y="215785"/>
                </a:lnTo>
                <a:lnTo>
                  <a:pt x="308914" y="245465"/>
                </a:lnTo>
                <a:lnTo>
                  <a:pt x="276110" y="276733"/>
                </a:lnTo>
                <a:lnTo>
                  <a:pt x="244843" y="309537"/>
                </a:lnTo>
                <a:lnTo>
                  <a:pt x="215163" y="343789"/>
                </a:lnTo>
                <a:lnTo>
                  <a:pt x="187121" y="379450"/>
                </a:lnTo>
                <a:lnTo>
                  <a:pt x="160782" y="416471"/>
                </a:lnTo>
                <a:lnTo>
                  <a:pt x="136207" y="454761"/>
                </a:lnTo>
                <a:lnTo>
                  <a:pt x="113461" y="494284"/>
                </a:lnTo>
                <a:lnTo>
                  <a:pt x="92583" y="534974"/>
                </a:lnTo>
                <a:lnTo>
                  <a:pt x="73660" y="576757"/>
                </a:lnTo>
                <a:lnTo>
                  <a:pt x="56743" y="619607"/>
                </a:lnTo>
                <a:lnTo>
                  <a:pt x="41884" y="663435"/>
                </a:lnTo>
                <a:lnTo>
                  <a:pt x="29146" y="708177"/>
                </a:lnTo>
                <a:lnTo>
                  <a:pt x="18592" y="753808"/>
                </a:lnTo>
                <a:lnTo>
                  <a:pt x="10274" y="800227"/>
                </a:lnTo>
                <a:lnTo>
                  <a:pt x="4267" y="847407"/>
                </a:lnTo>
                <a:lnTo>
                  <a:pt x="609" y="895273"/>
                </a:lnTo>
                <a:lnTo>
                  <a:pt x="0" y="919403"/>
                </a:lnTo>
                <a:lnTo>
                  <a:pt x="24625" y="919403"/>
                </a:lnTo>
                <a:lnTo>
                  <a:pt x="25260" y="895019"/>
                </a:lnTo>
                <a:lnTo>
                  <a:pt x="29146" y="845680"/>
                </a:lnTo>
                <a:lnTo>
                  <a:pt x="29146" y="846188"/>
                </a:lnTo>
                <a:lnTo>
                  <a:pt x="35280" y="799566"/>
                </a:lnTo>
                <a:lnTo>
                  <a:pt x="43891" y="752983"/>
                </a:lnTo>
                <a:lnTo>
                  <a:pt x="54825" y="707237"/>
                </a:lnTo>
                <a:lnTo>
                  <a:pt x="68021" y="662406"/>
                </a:lnTo>
                <a:lnTo>
                  <a:pt x="83400" y="618553"/>
                </a:lnTo>
                <a:lnTo>
                  <a:pt x="100901" y="575741"/>
                </a:lnTo>
                <a:lnTo>
                  <a:pt x="120472" y="534022"/>
                </a:lnTo>
                <a:lnTo>
                  <a:pt x="142036" y="493471"/>
                </a:lnTo>
                <a:lnTo>
                  <a:pt x="165544" y="454139"/>
                </a:lnTo>
                <a:lnTo>
                  <a:pt x="190906" y="416115"/>
                </a:lnTo>
                <a:lnTo>
                  <a:pt x="218084" y="379450"/>
                </a:lnTo>
                <a:lnTo>
                  <a:pt x="247002" y="344195"/>
                </a:lnTo>
                <a:lnTo>
                  <a:pt x="277609" y="310438"/>
                </a:lnTo>
                <a:lnTo>
                  <a:pt x="309816" y="278231"/>
                </a:lnTo>
                <a:lnTo>
                  <a:pt x="343573" y="247624"/>
                </a:lnTo>
                <a:lnTo>
                  <a:pt x="378828" y="218706"/>
                </a:lnTo>
                <a:lnTo>
                  <a:pt x="415493" y="191528"/>
                </a:lnTo>
                <a:lnTo>
                  <a:pt x="453517" y="166166"/>
                </a:lnTo>
                <a:lnTo>
                  <a:pt x="492848" y="142659"/>
                </a:lnTo>
                <a:lnTo>
                  <a:pt x="533400" y="121094"/>
                </a:lnTo>
                <a:lnTo>
                  <a:pt x="575106" y="101523"/>
                </a:lnTo>
                <a:lnTo>
                  <a:pt x="617931" y="84023"/>
                </a:lnTo>
                <a:lnTo>
                  <a:pt x="661784" y="68643"/>
                </a:lnTo>
                <a:lnTo>
                  <a:pt x="706615" y="55448"/>
                </a:lnTo>
                <a:lnTo>
                  <a:pt x="752360" y="44513"/>
                </a:lnTo>
                <a:lnTo>
                  <a:pt x="798944" y="35902"/>
                </a:lnTo>
                <a:lnTo>
                  <a:pt x="846315" y="29667"/>
                </a:lnTo>
                <a:lnTo>
                  <a:pt x="894397" y="25882"/>
                </a:lnTo>
                <a:lnTo>
                  <a:pt x="943140" y="24599"/>
                </a:lnTo>
                <a:lnTo>
                  <a:pt x="991628" y="25869"/>
                </a:lnTo>
                <a:lnTo>
                  <a:pt x="1039495" y="29629"/>
                </a:lnTo>
                <a:lnTo>
                  <a:pt x="1086675" y="35814"/>
                </a:lnTo>
                <a:lnTo>
                  <a:pt x="1133932" y="44513"/>
                </a:lnTo>
                <a:lnTo>
                  <a:pt x="1179677" y="55448"/>
                </a:lnTo>
                <a:lnTo>
                  <a:pt x="1224508" y="68643"/>
                </a:lnTo>
                <a:lnTo>
                  <a:pt x="1268361" y="84023"/>
                </a:lnTo>
                <a:lnTo>
                  <a:pt x="1311186" y="101523"/>
                </a:lnTo>
                <a:lnTo>
                  <a:pt x="1352905" y="121094"/>
                </a:lnTo>
                <a:lnTo>
                  <a:pt x="1393456" y="142659"/>
                </a:lnTo>
                <a:lnTo>
                  <a:pt x="1432775" y="166166"/>
                </a:lnTo>
                <a:lnTo>
                  <a:pt x="1470799" y="191528"/>
                </a:lnTo>
                <a:lnTo>
                  <a:pt x="1507477" y="218706"/>
                </a:lnTo>
                <a:lnTo>
                  <a:pt x="1542719" y="247624"/>
                </a:lnTo>
                <a:lnTo>
                  <a:pt x="1576476" y="278231"/>
                </a:lnTo>
                <a:lnTo>
                  <a:pt x="1608696" y="310438"/>
                </a:lnTo>
                <a:lnTo>
                  <a:pt x="1639290" y="344195"/>
                </a:lnTo>
                <a:lnTo>
                  <a:pt x="1668208" y="379450"/>
                </a:lnTo>
                <a:lnTo>
                  <a:pt x="1695386" y="416115"/>
                </a:lnTo>
                <a:lnTo>
                  <a:pt x="1720748" y="454139"/>
                </a:lnTo>
                <a:lnTo>
                  <a:pt x="1744256" y="493471"/>
                </a:lnTo>
                <a:lnTo>
                  <a:pt x="1765820" y="534022"/>
                </a:lnTo>
                <a:lnTo>
                  <a:pt x="1785391" y="575729"/>
                </a:lnTo>
                <a:lnTo>
                  <a:pt x="1802892" y="618553"/>
                </a:lnTo>
                <a:lnTo>
                  <a:pt x="1818271" y="662406"/>
                </a:lnTo>
                <a:lnTo>
                  <a:pt x="1831454" y="707237"/>
                </a:lnTo>
                <a:lnTo>
                  <a:pt x="1842389" y="752983"/>
                </a:lnTo>
                <a:lnTo>
                  <a:pt x="1851012" y="799566"/>
                </a:lnTo>
                <a:lnTo>
                  <a:pt x="1857235" y="846937"/>
                </a:lnTo>
                <a:lnTo>
                  <a:pt x="1861032" y="895019"/>
                </a:lnTo>
                <a:lnTo>
                  <a:pt x="1861667" y="919403"/>
                </a:lnTo>
                <a:lnTo>
                  <a:pt x="1886280" y="919403"/>
                </a:lnTo>
                <a:close/>
              </a:path>
            </a:pathLst>
          </a:custGeom>
          <a:solidFill>
            <a:srgbClr val="0F68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4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826201" y="1412698"/>
            <a:ext cx="1667313" cy="1667191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964655" y="1587579"/>
            <a:ext cx="1459709" cy="1459599"/>
          </a:xfrm>
          <a:prstGeom prst="rect">
            <a:avLst/>
          </a:prstGeom>
        </p:spPr>
      </p:pic>
      <p:sp>
        <p:nvSpPr>
          <p:cNvPr id="46" name="object 46"/>
          <p:cNvSpPr/>
          <p:nvPr/>
        </p:nvSpPr>
        <p:spPr>
          <a:xfrm>
            <a:off x="11612499" y="3055747"/>
            <a:ext cx="142875" cy="509905"/>
          </a:xfrm>
          <a:custGeom>
            <a:avLst/>
            <a:gdLst/>
            <a:ahLst/>
            <a:cxnLst/>
            <a:rect l="l" t="t" r="r" b="b"/>
            <a:pathLst>
              <a:path w="142875" h="509904">
                <a:moveTo>
                  <a:pt x="79375" y="0"/>
                </a:moveTo>
                <a:lnTo>
                  <a:pt x="63626" y="0"/>
                </a:lnTo>
                <a:lnTo>
                  <a:pt x="57150" y="6350"/>
                </a:lnTo>
                <a:lnTo>
                  <a:pt x="57150" y="22225"/>
                </a:lnTo>
                <a:lnTo>
                  <a:pt x="63626" y="28575"/>
                </a:lnTo>
                <a:lnTo>
                  <a:pt x="79375" y="28575"/>
                </a:lnTo>
                <a:lnTo>
                  <a:pt x="85725" y="22225"/>
                </a:lnTo>
                <a:lnTo>
                  <a:pt x="85725" y="6350"/>
                </a:lnTo>
                <a:lnTo>
                  <a:pt x="79375" y="0"/>
                </a:lnTo>
                <a:close/>
              </a:path>
              <a:path w="142875" h="509904">
                <a:moveTo>
                  <a:pt x="79375" y="57150"/>
                </a:moveTo>
                <a:lnTo>
                  <a:pt x="63626" y="57150"/>
                </a:lnTo>
                <a:lnTo>
                  <a:pt x="57150" y="63626"/>
                </a:lnTo>
                <a:lnTo>
                  <a:pt x="57150" y="79375"/>
                </a:lnTo>
                <a:lnTo>
                  <a:pt x="63626" y="85725"/>
                </a:lnTo>
                <a:lnTo>
                  <a:pt x="79375" y="85725"/>
                </a:lnTo>
                <a:lnTo>
                  <a:pt x="85725" y="79375"/>
                </a:lnTo>
                <a:lnTo>
                  <a:pt x="85725" y="63626"/>
                </a:lnTo>
                <a:lnTo>
                  <a:pt x="79375" y="57150"/>
                </a:lnTo>
                <a:close/>
              </a:path>
              <a:path w="142875" h="509904">
                <a:moveTo>
                  <a:pt x="79375" y="114300"/>
                </a:moveTo>
                <a:lnTo>
                  <a:pt x="63626" y="114300"/>
                </a:lnTo>
                <a:lnTo>
                  <a:pt x="57150" y="120776"/>
                </a:lnTo>
                <a:lnTo>
                  <a:pt x="57150" y="136525"/>
                </a:lnTo>
                <a:lnTo>
                  <a:pt x="63626" y="143001"/>
                </a:lnTo>
                <a:lnTo>
                  <a:pt x="79375" y="143001"/>
                </a:lnTo>
                <a:lnTo>
                  <a:pt x="85725" y="136525"/>
                </a:lnTo>
                <a:lnTo>
                  <a:pt x="85725" y="120776"/>
                </a:lnTo>
                <a:lnTo>
                  <a:pt x="79375" y="114300"/>
                </a:lnTo>
                <a:close/>
              </a:path>
              <a:path w="142875" h="509904">
                <a:moveTo>
                  <a:pt x="79375" y="171576"/>
                </a:moveTo>
                <a:lnTo>
                  <a:pt x="63626" y="171576"/>
                </a:lnTo>
                <a:lnTo>
                  <a:pt x="57150" y="177926"/>
                </a:lnTo>
                <a:lnTo>
                  <a:pt x="57150" y="193801"/>
                </a:lnTo>
                <a:lnTo>
                  <a:pt x="63626" y="200151"/>
                </a:lnTo>
                <a:lnTo>
                  <a:pt x="79375" y="200151"/>
                </a:lnTo>
                <a:lnTo>
                  <a:pt x="85725" y="193801"/>
                </a:lnTo>
                <a:lnTo>
                  <a:pt x="85725" y="177926"/>
                </a:lnTo>
                <a:lnTo>
                  <a:pt x="79375" y="171576"/>
                </a:lnTo>
                <a:close/>
              </a:path>
              <a:path w="142875" h="509904">
                <a:moveTo>
                  <a:pt x="79375" y="228726"/>
                </a:moveTo>
                <a:lnTo>
                  <a:pt x="63626" y="228726"/>
                </a:lnTo>
                <a:lnTo>
                  <a:pt x="57150" y="235076"/>
                </a:lnTo>
                <a:lnTo>
                  <a:pt x="57150" y="250951"/>
                </a:lnTo>
                <a:lnTo>
                  <a:pt x="63626" y="257301"/>
                </a:lnTo>
                <a:lnTo>
                  <a:pt x="79375" y="257301"/>
                </a:lnTo>
                <a:lnTo>
                  <a:pt x="85725" y="250951"/>
                </a:lnTo>
                <a:lnTo>
                  <a:pt x="85725" y="235076"/>
                </a:lnTo>
                <a:lnTo>
                  <a:pt x="79375" y="228726"/>
                </a:lnTo>
                <a:close/>
              </a:path>
              <a:path w="142875" h="509904">
                <a:moveTo>
                  <a:pt x="79375" y="285876"/>
                </a:moveTo>
                <a:lnTo>
                  <a:pt x="63626" y="285876"/>
                </a:lnTo>
                <a:lnTo>
                  <a:pt x="57150" y="292226"/>
                </a:lnTo>
                <a:lnTo>
                  <a:pt x="57150" y="308101"/>
                </a:lnTo>
                <a:lnTo>
                  <a:pt x="63626" y="314451"/>
                </a:lnTo>
                <a:lnTo>
                  <a:pt x="79375" y="314451"/>
                </a:lnTo>
                <a:lnTo>
                  <a:pt x="85725" y="308101"/>
                </a:lnTo>
                <a:lnTo>
                  <a:pt x="85725" y="292226"/>
                </a:lnTo>
                <a:lnTo>
                  <a:pt x="79375" y="285876"/>
                </a:lnTo>
                <a:close/>
              </a:path>
              <a:path w="142875" h="509904">
                <a:moveTo>
                  <a:pt x="61039" y="369141"/>
                </a:moveTo>
                <a:lnTo>
                  <a:pt x="43666" y="372647"/>
                </a:lnTo>
                <a:lnTo>
                  <a:pt x="20939" y="387969"/>
                </a:lnTo>
                <a:lnTo>
                  <a:pt x="5617" y="410696"/>
                </a:lnTo>
                <a:lnTo>
                  <a:pt x="0" y="438530"/>
                </a:lnTo>
                <a:lnTo>
                  <a:pt x="5617" y="466345"/>
                </a:lnTo>
                <a:lnTo>
                  <a:pt x="20939" y="489029"/>
                </a:lnTo>
                <a:lnTo>
                  <a:pt x="43666" y="504307"/>
                </a:lnTo>
                <a:lnTo>
                  <a:pt x="71500" y="509904"/>
                </a:lnTo>
                <a:lnTo>
                  <a:pt x="99262" y="504307"/>
                </a:lnTo>
                <a:lnTo>
                  <a:pt x="121951" y="489029"/>
                </a:lnTo>
                <a:lnTo>
                  <a:pt x="137259" y="466345"/>
                </a:lnTo>
                <a:lnTo>
                  <a:pt x="142875" y="438530"/>
                </a:lnTo>
                <a:lnTo>
                  <a:pt x="140927" y="428878"/>
                </a:lnTo>
                <a:lnTo>
                  <a:pt x="63626" y="428878"/>
                </a:lnTo>
                <a:lnTo>
                  <a:pt x="57150" y="422401"/>
                </a:lnTo>
                <a:lnTo>
                  <a:pt x="57150" y="406653"/>
                </a:lnTo>
                <a:lnTo>
                  <a:pt x="63626" y="400303"/>
                </a:lnTo>
                <a:lnTo>
                  <a:pt x="130259" y="400303"/>
                </a:lnTo>
                <a:lnTo>
                  <a:pt x="121951" y="387969"/>
                </a:lnTo>
                <a:lnTo>
                  <a:pt x="99262" y="372647"/>
                </a:lnTo>
                <a:lnTo>
                  <a:pt x="94722" y="371728"/>
                </a:lnTo>
                <a:lnTo>
                  <a:pt x="63626" y="371728"/>
                </a:lnTo>
                <a:lnTo>
                  <a:pt x="61039" y="369141"/>
                </a:lnTo>
                <a:close/>
              </a:path>
              <a:path w="142875" h="509904">
                <a:moveTo>
                  <a:pt x="79375" y="400303"/>
                </a:moveTo>
                <a:lnTo>
                  <a:pt x="63626" y="400303"/>
                </a:lnTo>
                <a:lnTo>
                  <a:pt x="57150" y="406653"/>
                </a:lnTo>
                <a:lnTo>
                  <a:pt x="57150" y="422401"/>
                </a:lnTo>
                <a:lnTo>
                  <a:pt x="63626" y="428878"/>
                </a:lnTo>
                <a:lnTo>
                  <a:pt x="79375" y="428878"/>
                </a:lnTo>
                <a:lnTo>
                  <a:pt x="85725" y="422401"/>
                </a:lnTo>
                <a:lnTo>
                  <a:pt x="85725" y="406653"/>
                </a:lnTo>
                <a:lnTo>
                  <a:pt x="79375" y="400303"/>
                </a:lnTo>
                <a:close/>
              </a:path>
              <a:path w="142875" h="509904">
                <a:moveTo>
                  <a:pt x="130259" y="400303"/>
                </a:moveTo>
                <a:lnTo>
                  <a:pt x="79375" y="400303"/>
                </a:lnTo>
                <a:lnTo>
                  <a:pt x="85725" y="406653"/>
                </a:lnTo>
                <a:lnTo>
                  <a:pt x="85725" y="422401"/>
                </a:lnTo>
                <a:lnTo>
                  <a:pt x="79375" y="428878"/>
                </a:lnTo>
                <a:lnTo>
                  <a:pt x="140927" y="428878"/>
                </a:lnTo>
                <a:lnTo>
                  <a:pt x="137259" y="410696"/>
                </a:lnTo>
                <a:lnTo>
                  <a:pt x="130259" y="400303"/>
                </a:lnTo>
                <a:close/>
              </a:path>
              <a:path w="142875" h="509904">
                <a:moveTo>
                  <a:pt x="71500" y="367029"/>
                </a:moveTo>
                <a:lnTo>
                  <a:pt x="61039" y="369141"/>
                </a:lnTo>
                <a:lnTo>
                  <a:pt x="63626" y="371728"/>
                </a:lnTo>
                <a:lnTo>
                  <a:pt x="79375" y="371728"/>
                </a:lnTo>
                <a:lnTo>
                  <a:pt x="81911" y="369141"/>
                </a:lnTo>
                <a:lnTo>
                  <a:pt x="71500" y="367029"/>
                </a:lnTo>
                <a:close/>
              </a:path>
              <a:path w="142875" h="509904">
                <a:moveTo>
                  <a:pt x="81934" y="369141"/>
                </a:moveTo>
                <a:lnTo>
                  <a:pt x="79375" y="371728"/>
                </a:lnTo>
                <a:lnTo>
                  <a:pt x="94722" y="371728"/>
                </a:lnTo>
                <a:lnTo>
                  <a:pt x="81934" y="369141"/>
                </a:lnTo>
                <a:close/>
              </a:path>
              <a:path w="142875" h="509904">
                <a:moveTo>
                  <a:pt x="79375" y="343026"/>
                </a:moveTo>
                <a:lnTo>
                  <a:pt x="63626" y="343026"/>
                </a:lnTo>
                <a:lnTo>
                  <a:pt x="57150" y="349503"/>
                </a:lnTo>
                <a:lnTo>
                  <a:pt x="57150" y="365251"/>
                </a:lnTo>
                <a:lnTo>
                  <a:pt x="61039" y="369141"/>
                </a:lnTo>
                <a:lnTo>
                  <a:pt x="71500" y="367029"/>
                </a:lnTo>
                <a:lnTo>
                  <a:pt x="83981" y="367029"/>
                </a:lnTo>
                <a:lnTo>
                  <a:pt x="85725" y="365251"/>
                </a:lnTo>
                <a:lnTo>
                  <a:pt x="85725" y="349503"/>
                </a:lnTo>
                <a:lnTo>
                  <a:pt x="79375" y="343026"/>
                </a:lnTo>
                <a:close/>
              </a:path>
              <a:path w="142875" h="509904">
                <a:moveTo>
                  <a:pt x="83981" y="367029"/>
                </a:moveTo>
                <a:lnTo>
                  <a:pt x="71500" y="367029"/>
                </a:lnTo>
                <a:lnTo>
                  <a:pt x="81934" y="369141"/>
                </a:lnTo>
                <a:lnTo>
                  <a:pt x="83981" y="367029"/>
                </a:lnTo>
                <a:close/>
              </a:path>
            </a:pathLst>
          </a:custGeom>
          <a:solidFill>
            <a:srgbClr val="0F68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2608561" y="2235212"/>
            <a:ext cx="1886585" cy="919480"/>
          </a:xfrm>
          <a:custGeom>
            <a:avLst/>
            <a:gdLst/>
            <a:ahLst/>
            <a:cxnLst/>
            <a:rect l="l" t="t" r="r" b="b"/>
            <a:pathLst>
              <a:path w="1886584" h="919480">
                <a:moveTo>
                  <a:pt x="1812556" y="0"/>
                </a:moveTo>
                <a:lnTo>
                  <a:pt x="73698" y="0"/>
                </a:lnTo>
                <a:lnTo>
                  <a:pt x="74333" y="23304"/>
                </a:lnTo>
                <a:lnTo>
                  <a:pt x="78155" y="70307"/>
                </a:lnTo>
                <a:lnTo>
                  <a:pt x="84455" y="116586"/>
                </a:lnTo>
                <a:lnTo>
                  <a:pt x="93141" y="162064"/>
                </a:lnTo>
                <a:lnTo>
                  <a:pt x="104178" y="206679"/>
                </a:lnTo>
                <a:lnTo>
                  <a:pt x="117475" y="250367"/>
                </a:lnTo>
                <a:lnTo>
                  <a:pt x="132969" y="293052"/>
                </a:lnTo>
                <a:lnTo>
                  <a:pt x="150609" y="334670"/>
                </a:lnTo>
                <a:lnTo>
                  <a:pt x="170307" y="375158"/>
                </a:lnTo>
                <a:lnTo>
                  <a:pt x="192011" y="414451"/>
                </a:lnTo>
                <a:lnTo>
                  <a:pt x="215633" y="452475"/>
                </a:lnTo>
                <a:lnTo>
                  <a:pt x="241134" y="489178"/>
                </a:lnTo>
                <a:lnTo>
                  <a:pt x="268439" y="524471"/>
                </a:lnTo>
                <a:lnTo>
                  <a:pt x="297472" y="558304"/>
                </a:lnTo>
                <a:lnTo>
                  <a:pt x="328168" y="590600"/>
                </a:lnTo>
                <a:lnTo>
                  <a:pt x="360476" y="621296"/>
                </a:lnTo>
                <a:lnTo>
                  <a:pt x="394296" y="650328"/>
                </a:lnTo>
                <a:lnTo>
                  <a:pt x="429602" y="677633"/>
                </a:lnTo>
                <a:lnTo>
                  <a:pt x="466293" y="703135"/>
                </a:lnTo>
                <a:lnTo>
                  <a:pt x="504317" y="726770"/>
                </a:lnTo>
                <a:lnTo>
                  <a:pt x="543610" y="748461"/>
                </a:lnTo>
                <a:lnTo>
                  <a:pt x="584111" y="768159"/>
                </a:lnTo>
                <a:lnTo>
                  <a:pt x="625729" y="785799"/>
                </a:lnTo>
                <a:lnTo>
                  <a:pt x="668413" y="801293"/>
                </a:lnTo>
                <a:lnTo>
                  <a:pt x="712101" y="814590"/>
                </a:lnTo>
                <a:lnTo>
                  <a:pt x="756704" y="825627"/>
                </a:lnTo>
                <a:lnTo>
                  <a:pt x="802182" y="834313"/>
                </a:lnTo>
                <a:lnTo>
                  <a:pt x="848461" y="840613"/>
                </a:lnTo>
                <a:lnTo>
                  <a:pt x="895464" y="844435"/>
                </a:lnTo>
                <a:lnTo>
                  <a:pt x="943140" y="845718"/>
                </a:lnTo>
                <a:lnTo>
                  <a:pt x="990803" y="844435"/>
                </a:lnTo>
                <a:lnTo>
                  <a:pt x="1037805" y="840613"/>
                </a:lnTo>
                <a:lnTo>
                  <a:pt x="1084072" y="834313"/>
                </a:lnTo>
                <a:lnTo>
                  <a:pt x="1129550" y="825627"/>
                </a:lnTo>
                <a:lnTo>
                  <a:pt x="1174165" y="814590"/>
                </a:lnTo>
                <a:lnTo>
                  <a:pt x="1217841" y="801293"/>
                </a:lnTo>
                <a:lnTo>
                  <a:pt x="1260525" y="785799"/>
                </a:lnTo>
                <a:lnTo>
                  <a:pt x="1302156" y="768159"/>
                </a:lnTo>
                <a:lnTo>
                  <a:pt x="1342644" y="748461"/>
                </a:lnTo>
                <a:lnTo>
                  <a:pt x="1381937" y="726770"/>
                </a:lnTo>
                <a:lnTo>
                  <a:pt x="1419961" y="703135"/>
                </a:lnTo>
                <a:lnTo>
                  <a:pt x="1456651" y="677633"/>
                </a:lnTo>
                <a:lnTo>
                  <a:pt x="1491957" y="650328"/>
                </a:lnTo>
                <a:lnTo>
                  <a:pt x="1525778" y="621296"/>
                </a:lnTo>
                <a:lnTo>
                  <a:pt x="1558086" y="590600"/>
                </a:lnTo>
                <a:lnTo>
                  <a:pt x="1588782" y="558304"/>
                </a:lnTo>
                <a:lnTo>
                  <a:pt x="1617814" y="524471"/>
                </a:lnTo>
                <a:lnTo>
                  <a:pt x="1645119" y="489178"/>
                </a:lnTo>
                <a:lnTo>
                  <a:pt x="1670621" y="452475"/>
                </a:lnTo>
                <a:lnTo>
                  <a:pt x="1694256" y="414451"/>
                </a:lnTo>
                <a:lnTo>
                  <a:pt x="1715947" y="375158"/>
                </a:lnTo>
                <a:lnTo>
                  <a:pt x="1735658" y="334670"/>
                </a:lnTo>
                <a:lnTo>
                  <a:pt x="1753285" y="293052"/>
                </a:lnTo>
                <a:lnTo>
                  <a:pt x="1768792" y="250367"/>
                </a:lnTo>
                <a:lnTo>
                  <a:pt x="1782089" y="206679"/>
                </a:lnTo>
                <a:lnTo>
                  <a:pt x="1793113" y="162064"/>
                </a:lnTo>
                <a:lnTo>
                  <a:pt x="1801812" y="116586"/>
                </a:lnTo>
                <a:lnTo>
                  <a:pt x="1808111" y="70319"/>
                </a:lnTo>
                <a:lnTo>
                  <a:pt x="1811934" y="23304"/>
                </a:lnTo>
                <a:lnTo>
                  <a:pt x="1812556" y="0"/>
                </a:lnTo>
                <a:close/>
              </a:path>
              <a:path w="1886584" h="919480">
                <a:moveTo>
                  <a:pt x="1886280" y="0"/>
                </a:moveTo>
                <a:lnTo>
                  <a:pt x="1861654" y="0"/>
                </a:lnTo>
                <a:lnTo>
                  <a:pt x="1861019" y="24384"/>
                </a:lnTo>
                <a:lnTo>
                  <a:pt x="1857133" y="73723"/>
                </a:lnTo>
                <a:lnTo>
                  <a:pt x="1857133" y="73215"/>
                </a:lnTo>
                <a:lnTo>
                  <a:pt x="1850999" y="119837"/>
                </a:lnTo>
                <a:lnTo>
                  <a:pt x="1842389" y="166420"/>
                </a:lnTo>
                <a:lnTo>
                  <a:pt x="1831454" y="212166"/>
                </a:lnTo>
                <a:lnTo>
                  <a:pt x="1818259" y="256997"/>
                </a:lnTo>
                <a:lnTo>
                  <a:pt x="1802879" y="300850"/>
                </a:lnTo>
                <a:lnTo>
                  <a:pt x="1785378" y="343674"/>
                </a:lnTo>
                <a:lnTo>
                  <a:pt x="1765808" y="385381"/>
                </a:lnTo>
                <a:lnTo>
                  <a:pt x="1744243" y="425932"/>
                </a:lnTo>
                <a:lnTo>
                  <a:pt x="1720735" y="465264"/>
                </a:lnTo>
                <a:lnTo>
                  <a:pt x="1695373" y="503288"/>
                </a:lnTo>
                <a:lnTo>
                  <a:pt x="1668195" y="539953"/>
                </a:lnTo>
                <a:lnTo>
                  <a:pt x="1639265" y="575208"/>
                </a:lnTo>
                <a:lnTo>
                  <a:pt x="1608670" y="608965"/>
                </a:lnTo>
                <a:lnTo>
                  <a:pt x="1576463" y="641172"/>
                </a:lnTo>
                <a:lnTo>
                  <a:pt x="1542694" y="671779"/>
                </a:lnTo>
                <a:lnTo>
                  <a:pt x="1507439" y="700697"/>
                </a:lnTo>
                <a:lnTo>
                  <a:pt x="1470787" y="727875"/>
                </a:lnTo>
                <a:lnTo>
                  <a:pt x="1432750" y="753237"/>
                </a:lnTo>
                <a:lnTo>
                  <a:pt x="1393431" y="776744"/>
                </a:lnTo>
                <a:lnTo>
                  <a:pt x="1352880" y="798309"/>
                </a:lnTo>
                <a:lnTo>
                  <a:pt x="1311160" y="817880"/>
                </a:lnTo>
                <a:lnTo>
                  <a:pt x="1268349" y="835380"/>
                </a:lnTo>
                <a:lnTo>
                  <a:pt x="1224483" y="850760"/>
                </a:lnTo>
                <a:lnTo>
                  <a:pt x="1179652" y="863955"/>
                </a:lnTo>
                <a:lnTo>
                  <a:pt x="1133919" y="874890"/>
                </a:lnTo>
                <a:lnTo>
                  <a:pt x="1087335" y="883500"/>
                </a:lnTo>
                <a:lnTo>
                  <a:pt x="1039964" y="889736"/>
                </a:lnTo>
                <a:lnTo>
                  <a:pt x="991870" y="893521"/>
                </a:lnTo>
                <a:lnTo>
                  <a:pt x="943140" y="894803"/>
                </a:lnTo>
                <a:lnTo>
                  <a:pt x="894638" y="893533"/>
                </a:lnTo>
                <a:lnTo>
                  <a:pt x="846785" y="889774"/>
                </a:lnTo>
                <a:lnTo>
                  <a:pt x="799604" y="883589"/>
                </a:lnTo>
                <a:lnTo>
                  <a:pt x="752348" y="874890"/>
                </a:lnTo>
                <a:lnTo>
                  <a:pt x="706602" y="863955"/>
                </a:lnTo>
                <a:lnTo>
                  <a:pt x="661771" y="850760"/>
                </a:lnTo>
                <a:lnTo>
                  <a:pt x="617918" y="835380"/>
                </a:lnTo>
                <a:lnTo>
                  <a:pt x="575094" y="817880"/>
                </a:lnTo>
                <a:lnTo>
                  <a:pt x="533374" y="798309"/>
                </a:lnTo>
                <a:lnTo>
                  <a:pt x="492823" y="776744"/>
                </a:lnTo>
                <a:lnTo>
                  <a:pt x="453504" y="753237"/>
                </a:lnTo>
                <a:lnTo>
                  <a:pt x="415480" y="727875"/>
                </a:lnTo>
                <a:lnTo>
                  <a:pt x="378802" y="700697"/>
                </a:lnTo>
                <a:lnTo>
                  <a:pt x="343560" y="671779"/>
                </a:lnTo>
                <a:lnTo>
                  <a:pt x="309791" y="641172"/>
                </a:lnTo>
                <a:lnTo>
                  <a:pt x="277583" y="608965"/>
                </a:lnTo>
                <a:lnTo>
                  <a:pt x="246989" y="575208"/>
                </a:lnTo>
                <a:lnTo>
                  <a:pt x="218071" y="539953"/>
                </a:lnTo>
                <a:lnTo>
                  <a:pt x="190893" y="503288"/>
                </a:lnTo>
                <a:lnTo>
                  <a:pt x="165519" y="465264"/>
                </a:lnTo>
                <a:lnTo>
                  <a:pt x="142024" y="425932"/>
                </a:lnTo>
                <a:lnTo>
                  <a:pt x="120459" y="385381"/>
                </a:lnTo>
                <a:lnTo>
                  <a:pt x="100888" y="343674"/>
                </a:lnTo>
                <a:lnTo>
                  <a:pt x="83388" y="300850"/>
                </a:lnTo>
                <a:lnTo>
                  <a:pt x="68008" y="256997"/>
                </a:lnTo>
                <a:lnTo>
                  <a:pt x="54825" y="212166"/>
                </a:lnTo>
                <a:lnTo>
                  <a:pt x="43891" y="166420"/>
                </a:lnTo>
                <a:lnTo>
                  <a:pt x="35267" y="119837"/>
                </a:lnTo>
                <a:lnTo>
                  <a:pt x="29044" y="72466"/>
                </a:lnTo>
                <a:lnTo>
                  <a:pt x="25247" y="24384"/>
                </a:lnTo>
                <a:lnTo>
                  <a:pt x="24612" y="0"/>
                </a:lnTo>
                <a:lnTo>
                  <a:pt x="0" y="0"/>
                </a:lnTo>
                <a:lnTo>
                  <a:pt x="4267" y="71996"/>
                </a:lnTo>
                <a:lnTo>
                  <a:pt x="10274" y="119176"/>
                </a:lnTo>
                <a:lnTo>
                  <a:pt x="18592" y="165595"/>
                </a:lnTo>
                <a:lnTo>
                  <a:pt x="29044" y="210769"/>
                </a:lnTo>
                <a:lnTo>
                  <a:pt x="41884" y="255981"/>
                </a:lnTo>
                <a:lnTo>
                  <a:pt x="56743" y="299796"/>
                </a:lnTo>
                <a:lnTo>
                  <a:pt x="73660" y="342646"/>
                </a:lnTo>
                <a:lnTo>
                  <a:pt x="92583" y="384441"/>
                </a:lnTo>
                <a:lnTo>
                  <a:pt x="113449" y="425119"/>
                </a:lnTo>
                <a:lnTo>
                  <a:pt x="136207" y="464642"/>
                </a:lnTo>
                <a:lnTo>
                  <a:pt x="160782" y="502932"/>
                </a:lnTo>
                <a:lnTo>
                  <a:pt x="187121" y="539953"/>
                </a:lnTo>
                <a:lnTo>
                  <a:pt x="215163" y="575614"/>
                </a:lnTo>
                <a:lnTo>
                  <a:pt x="244843" y="609866"/>
                </a:lnTo>
                <a:lnTo>
                  <a:pt x="276110" y="642670"/>
                </a:lnTo>
                <a:lnTo>
                  <a:pt x="308902" y="673938"/>
                </a:lnTo>
                <a:lnTo>
                  <a:pt x="343166" y="703618"/>
                </a:lnTo>
                <a:lnTo>
                  <a:pt x="378802" y="731647"/>
                </a:lnTo>
                <a:lnTo>
                  <a:pt x="415836" y="757999"/>
                </a:lnTo>
                <a:lnTo>
                  <a:pt x="454139" y="782574"/>
                </a:lnTo>
                <a:lnTo>
                  <a:pt x="493649" y="805319"/>
                </a:lnTo>
                <a:lnTo>
                  <a:pt x="534339" y="826198"/>
                </a:lnTo>
                <a:lnTo>
                  <a:pt x="576135" y="845121"/>
                </a:lnTo>
                <a:lnTo>
                  <a:pt x="618972" y="862037"/>
                </a:lnTo>
                <a:lnTo>
                  <a:pt x="662800" y="876896"/>
                </a:lnTo>
                <a:lnTo>
                  <a:pt x="707555" y="889635"/>
                </a:lnTo>
                <a:lnTo>
                  <a:pt x="753173" y="900188"/>
                </a:lnTo>
                <a:lnTo>
                  <a:pt x="798931" y="908392"/>
                </a:lnTo>
                <a:lnTo>
                  <a:pt x="846302" y="914463"/>
                </a:lnTo>
                <a:lnTo>
                  <a:pt x="894397" y="918146"/>
                </a:lnTo>
                <a:lnTo>
                  <a:pt x="943140" y="919403"/>
                </a:lnTo>
                <a:lnTo>
                  <a:pt x="991628" y="918171"/>
                </a:lnTo>
                <a:lnTo>
                  <a:pt x="1039495" y="914514"/>
                </a:lnTo>
                <a:lnTo>
                  <a:pt x="1086662" y="908507"/>
                </a:lnTo>
                <a:lnTo>
                  <a:pt x="1133094" y="900188"/>
                </a:lnTo>
                <a:lnTo>
                  <a:pt x="1178712" y="889635"/>
                </a:lnTo>
                <a:lnTo>
                  <a:pt x="1223467" y="876896"/>
                </a:lnTo>
                <a:lnTo>
                  <a:pt x="1267294" y="862037"/>
                </a:lnTo>
                <a:lnTo>
                  <a:pt x="1310132" y="845121"/>
                </a:lnTo>
                <a:lnTo>
                  <a:pt x="1351927" y="826198"/>
                </a:lnTo>
                <a:lnTo>
                  <a:pt x="1392618" y="805332"/>
                </a:lnTo>
                <a:lnTo>
                  <a:pt x="1432140" y="782574"/>
                </a:lnTo>
                <a:lnTo>
                  <a:pt x="1470431" y="757999"/>
                </a:lnTo>
                <a:lnTo>
                  <a:pt x="1507439" y="731659"/>
                </a:lnTo>
                <a:lnTo>
                  <a:pt x="1543113" y="703618"/>
                </a:lnTo>
                <a:lnTo>
                  <a:pt x="1577365" y="673938"/>
                </a:lnTo>
                <a:lnTo>
                  <a:pt x="1610156" y="642670"/>
                </a:lnTo>
                <a:lnTo>
                  <a:pt x="1641436" y="609866"/>
                </a:lnTo>
                <a:lnTo>
                  <a:pt x="1671116" y="575614"/>
                </a:lnTo>
                <a:lnTo>
                  <a:pt x="1699158" y="539953"/>
                </a:lnTo>
                <a:lnTo>
                  <a:pt x="1725498" y="502945"/>
                </a:lnTo>
                <a:lnTo>
                  <a:pt x="1750072" y="464642"/>
                </a:lnTo>
                <a:lnTo>
                  <a:pt x="1772818" y="425119"/>
                </a:lnTo>
                <a:lnTo>
                  <a:pt x="1793684" y="384441"/>
                </a:lnTo>
                <a:lnTo>
                  <a:pt x="1812620" y="342646"/>
                </a:lnTo>
                <a:lnTo>
                  <a:pt x="1829536" y="299808"/>
                </a:lnTo>
                <a:lnTo>
                  <a:pt x="1844395" y="255981"/>
                </a:lnTo>
                <a:lnTo>
                  <a:pt x="1857133" y="211226"/>
                </a:lnTo>
                <a:lnTo>
                  <a:pt x="1867687" y="165608"/>
                </a:lnTo>
                <a:lnTo>
                  <a:pt x="1876005" y="119176"/>
                </a:lnTo>
                <a:lnTo>
                  <a:pt x="1882013" y="71996"/>
                </a:lnTo>
                <a:lnTo>
                  <a:pt x="1885670" y="24130"/>
                </a:lnTo>
                <a:lnTo>
                  <a:pt x="1886280" y="0"/>
                </a:lnTo>
                <a:close/>
              </a:path>
            </a:pathLst>
          </a:custGeom>
          <a:solidFill>
            <a:srgbClr val="ADE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object 4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719136" y="1401141"/>
            <a:ext cx="1667313" cy="1667191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827028" y="1501998"/>
            <a:ext cx="1459709" cy="1459599"/>
          </a:xfrm>
          <a:prstGeom prst="rect">
            <a:avLst/>
          </a:prstGeom>
        </p:spPr>
      </p:pic>
      <p:sp>
        <p:nvSpPr>
          <p:cNvPr id="50" name="object 50"/>
          <p:cNvSpPr/>
          <p:nvPr/>
        </p:nvSpPr>
        <p:spPr>
          <a:xfrm>
            <a:off x="13453110" y="904494"/>
            <a:ext cx="142875" cy="510540"/>
          </a:xfrm>
          <a:custGeom>
            <a:avLst/>
            <a:gdLst/>
            <a:ahLst/>
            <a:cxnLst/>
            <a:rect l="l" t="t" r="r" b="b"/>
            <a:pathLst>
              <a:path w="142875" h="510540">
                <a:moveTo>
                  <a:pt x="82296" y="481456"/>
                </a:moveTo>
                <a:lnTo>
                  <a:pt x="66294" y="481456"/>
                </a:lnTo>
                <a:lnTo>
                  <a:pt x="59944" y="487806"/>
                </a:lnTo>
                <a:lnTo>
                  <a:pt x="60071" y="503681"/>
                </a:lnTo>
                <a:lnTo>
                  <a:pt x="66548" y="510031"/>
                </a:lnTo>
                <a:lnTo>
                  <a:pt x="82171" y="510031"/>
                </a:lnTo>
                <a:lnTo>
                  <a:pt x="88646" y="503427"/>
                </a:lnTo>
                <a:lnTo>
                  <a:pt x="88520" y="487806"/>
                </a:lnTo>
                <a:lnTo>
                  <a:pt x="82296" y="481456"/>
                </a:lnTo>
                <a:close/>
              </a:path>
              <a:path w="142875" h="510540">
                <a:moveTo>
                  <a:pt x="81661" y="424179"/>
                </a:moveTo>
                <a:lnTo>
                  <a:pt x="65913" y="424179"/>
                </a:lnTo>
                <a:lnTo>
                  <a:pt x="59563" y="430656"/>
                </a:lnTo>
                <a:lnTo>
                  <a:pt x="59690" y="446531"/>
                </a:lnTo>
                <a:lnTo>
                  <a:pt x="66167" y="452881"/>
                </a:lnTo>
                <a:lnTo>
                  <a:pt x="81790" y="452881"/>
                </a:lnTo>
                <a:lnTo>
                  <a:pt x="88265" y="446277"/>
                </a:lnTo>
                <a:lnTo>
                  <a:pt x="88139" y="430656"/>
                </a:lnTo>
                <a:lnTo>
                  <a:pt x="88267" y="430656"/>
                </a:lnTo>
                <a:lnTo>
                  <a:pt x="81661" y="424179"/>
                </a:lnTo>
                <a:close/>
              </a:path>
              <a:path w="142875" h="510540">
                <a:moveTo>
                  <a:pt x="81409" y="367029"/>
                </a:moveTo>
                <a:lnTo>
                  <a:pt x="65532" y="367029"/>
                </a:lnTo>
                <a:lnTo>
                  <a:pt x="59431" y="373252"/>
                </a:lnTo>
                <a:lnTo>
                  <a:pt x="59309" y="389254"/>
                </a:lnTo>
                <a:lnTo>
                  <a:pt x="65786" y="395604"/>
                </a:lnTo>
                <a:lnTo>
                  <a:pt x="81534" y="395604"/>
                </a:lnTo>
                <a:lnTo>
                  <a:pt x="87759" y="389254"/>
                </a:lnTo>
                <a:lnTo>
                  <a:pt x="87757" y="373252"/>
                </a:lnTo>
                <a:lnTo>
                  <a:pt x="81409" y="367029"/>
                </a:lnTo>
                <a:close/>
              </a:path>
              <a:path w="142875" h="510540">
                <a:moveTo>
                  <a:pt x="81028" y="309879"/>
                </a:moveTo>
                <a:lnTo>
                  <a:pt x="65151" y="309879"/>
                </a:lnTo>
                <a:lnTo>
                  <a:pt x="59050" y="316102"/>
                </a:lnTo>
                <a:lnTo>
                  <a:pt x="58928" y="332104"/>
                </a:lnTo>
                <a:lnTo>
                  <a:pt x="65405" y="338454"/>
                </a:lnTo>
                <a:lnTo>
                  <a:pt x="81026" y="338454"/>
                </a:lnTo>
                <a:lnTo>
                  <a:pt x="87376" y="332104"/>
                </a:lnTo>
                <a:lnTo>
                  <a:pt x="87376" y="316102"/>
                </a:lnTo>
                <a:lnTo>
                  <a:pt x="81028" y="309879"/>
                </a:lnTo>
                <a:close/>
              </a:path>
              <a:path w="142875" h="510540">
                <a:moveTo>
                  <a:pt x="80647" y="252729"/>
                </a:moveTo>
                <a:lnTo>
                  <a:pt x="64770" y="252729"/>
                </a:lnTo>
                <a:lnTo>
                  <a:pt x="58420" y="259079"/>
                </a:lnTo>
                <a:lnTo>
                  <a:pt x="58547" y="274954"/>
                </a:lnTo>
                <a:lnTo>
                  <a:pt x="64897" y="281304"/>
                </a:lnTo>
                <a:lnTo>
                  <a:pt x="80647" y="281304"/>
                </a:lnTo>
                <a:lnTo>
                  <a:pt x="87122" y="274700"/>
                </a:lnTo>
                <a:lnTo>
                  <a:pt x="86996" y="259079"/>
                </a:lnTo>
                <a:lnTo>
                  <a:pt x="87124" y="259079"/>
                </a:lnTo>
                <a:lnTo>
                  <a:pt x="80647" y="252729"/>
                </a:lnTo>
                <a:close/>
              </a:path>
              <a:path w="142875" h="510540">
                <a:moveTo>
                  <a:pt x="80266" y="195579"/>
                </a:moveTo>
                <a:lnTo>
                  <a:pt x="64388" y="195579"/>
                </a:lnTo>
                <a:lnTo>
                  <a:pt x="58038" y="201929"/>
                </a:lnTo>
                <a:lnTo>
                  <a:pt x="58161" y="217550"/>
                </a:lnTo>
                <a:lnTo>
                  <a:pt x="58166" y="217804"/>
                </a:lnTo>
                <a:lnTo>
                  <a:pt x="64516" y="224154"/>
                </a:lnTo>
                <a:lnTo>
                  <a:pt x="80266" y="224154"/>
                </a:lnTo>
                <a:lnTo>
                  <a:pt x="86741" y="217550"/>
                </a:lnTo>
                <a:lnTo>
                  <a:pt x="86618" y="209930"/>
                </a:lnTo>
                <a:lnTo>
                  <a:pt x="86613" y="201929"/>
                </a:lnTo>
                <a:lnTo>
                  <a:pt x="86743" y="201929"/>
                </a:lnTo>
                <a:lnTo>
                  <a:pt x="80266" y="195579"/>
                </a:lnTo>
                <a:close/>
              </a:path>
              <a:path w="142875" h="510540">
                <a:moveTo>
                  <a:pt x="61508" y="140852"/>
                </a:moveTo>
                <a:lnTo>
                  <a:pt x="57657" y="144779"/>
                </a:lnTo>
                <a:lnTo>
                  <a:pt x="57784" y="160654"/>
                </a:lnTo>
                <a:lnTo>
                  <a:pt x="64134" y="167004"/>
                </a:lnTo>
                <a:lnTo>
                  <a:pt x="79755" y="167004"/>
                </a:lnTo>
                <a:lnTo>
                  <a:pt x="86359" y="160400"/>
                </a:lnTo>
                <a:lnTo>
                  <a:pt x="86234" y="144779"/>
                </a:lnTo>
                <a:lnTo>
                  <a:pt x="84454" y="142875"/>
                </a:lnTo>
                <a:lnTo>
                  <a:pt x="71882" y="142875"/>
                </a:lnTo>
                <a:lnTo>
                  <a:pt x="61508" y="140852"/>
                </a:lnTo>
                <a:close/>
              </a:path>
              <a:path w="142875" h="510540">
                <a:moveTo>
                  <a:pt x="79882" y="138302"/>
                </a:moveTo>
                <a:lnTo>
                  <a:pt x="64007" y="138302"/>
                </a:lnTo>
                <a:lnTo>
                  <a:pt x="61508" y="140852"/>
                </a:lnTo>
                <a:lnTo>
                  <a:pt x="71882" y="142875"/>
                </a:lnTo>
                <a:lnTo>
                  <a:pt x="82283" y="140703"/>
                </a:lnTo>
                <a:lnTo>
                  <a:pt x="79882" y="138302"/>
                </a:lnTo>
                <a:close/>
              </a:path>
              <a:path w="142875" h="510540">
                <a:moveTo>
                  <a:pt x="82283" y="140703"/>
                </a:moveTo>
                <a:lnTo>
                  <a:pt x="71882" y="142875"/>
                </a:lnTo>
                <a:lnTo>
                  <a:pt x="84454" y="142875"/>
                </a:lnTo>
                <a:lnTo>
                  <a:pt x="82283" y="140703"/>
                </a:lnTo>
                <a:close/>
              </a:path>
              <a:path w="142875" h="510540">
                <a:moveTo>
                  <a:pt x="70866" y="0"/>
                </a:moveTo>
                <a:lnTo>
                  <a:pt x="43148" y="5802"/>
                </a:lnTo>
                <a:lnTo>
                  <a:pt x="20574" y="21272"/>
                </a:lnTo>
                <a:lnTo>
                  <a:pt x="5429" y="44076"/>
                </a:lnTo>
                <a:lnTo>
                  <a:pt x="0" y="71881"/>
                </a:lnTo>
                <a:lnTo>
                  <a:pt x="5784" y="99673"/>
                </a:lnTo>
                <a:lnTo>
                  <a:pt x="21224" y="122285"/>
                </a:lnTo>
                <a:lnTo>
                  <a:pt x="44023" y="137443"/>
                </a:lnTo>
                <a:lnTo>
                  <a:pt x="61508" y="140852"/>
                </a:lnTo>
                <a:lnTo>
                  <a:pt x="64007" y="138302"/>
                </a:lnTo>
                <a:lnTo>
                  <a:pt x="93780" y="138302"/>
                </a:lnTo>
                <a:lnTo>
                  <a:pt x="99673" y="137072"/>
                </a:lnTo>
                <a:lnTo>
                  <a:pt x="122285" y="121602"/>
                </a:lnTo>
                <a:lnTo>
                  <a:pt x="130178" y="109727"/>
                </a:lnTo>
                <a:lnTo>
                  <a:pt x="63753" y="109727"/>
                </a:lnTo>
                <a:lnTo>
                  <a:pt x="57276" y="103377"/>
                </a:lnTo>
                <a:lnTo>
                  <a:pt x="57276" y="87629"/>
                </a:lnTo>
                <a:lnTo>
                  <a:pt x="63626" y="81152"/>
                </a:lnTo>
                <a:lnTo>
                  <a:pt x="140890" y="81152"/>
                </a:lnTo>
                <a:lnTo>
                  <a:pt x="142875" y="70992"/>
                </a:lnTo>
                <a:lnTo>
                  <a:pt x="137070" y="43201"/>
                </a:lnTo>
                <a:lnTo>
                  <a:pt x="121586" y="20589"/>
                </a:lnTo>
                <a:lnTo>
                  <a:pt x="98744" y="5431"/>
                </a:lnTo>
                <a:lnTo>
                  <a:pt x="70866" y="0"/>
                </a:lnTo>
                <a:close/>
              </a:path>
              <a:path w="142875" h="510540">
                <a:moveTo>
                  <a:pt x="93780" y="138302"/>
                </a:moveTo>
                <a:lnTo>
                  <a:pt x="79882" y="138302"/>
                </a:lnTo>
                <a:lnTo>
                  <a:pt x="82283" y="140703"/>
                </a:lnTo>
                <a:lnTo>
                  <a:pt x="93780" y="138302"/>
                </a:lnTo>
                <a:close/>
              </a:path>
              <a:path w="142875" h="510540">
                <a:moveTo>
                  <a:pt x="79504" y="81152"/>
                </a:moveTo>
                <a:lnTo>
                  <a:pt x="63626" y="81152"/>
                </a:lnTo>
                <a:lnTo>
                  <a:pt x="57276" y="87629"/>
                </a:lnTo>
                <a:lnTo>
                  <a:pt x="57276" y="103377"/>
                </a:lnTo>
                <a:lnTo>
                  <a:pt x="63753" y="109727"/>
                </a:lnTo>
                <a:lnTo>
                  <a:pt x="79375" y="109727"/>
                </a:lnTo>
                <a:lnTo>
                  <a:pt x="85725" y="103377"/>
                </a:lnTo>
                <a:lnTo>
                  <a:pt x="85851" y="87375"/>
                </a:lnTo>
                <a:lnTo>
                  <a:pt x="79504" y="81152"/>
                </a:lnTo>
                <a:close/>
              </a:path>
              <a:path w="142875" h="510540">
                <a:moveTo>
                  <a:pt x="140890" y="81152"/>
                </a:moveTo>
                <a:lnTo>
                  <a:pt x="79504" y="81152"/>
                </a:lnTo>
                <a:lnTo>
                  <a:pt x="85851" y="87375"/>
                </a:lnTo>
                <a:lnTo>
                  <a:pt x="85725" y="103377"/>
                </a:lnTo>
                <a:lnTo>
                  <a:pt x="79375" y="109727"/>
                </a:lnTo>
                <a:lnTo>
                  <a:pt x="130178" y="109727"/>
                </a:lnTo>
                <a:lnTo>
                  <a:pt x="137443" y="98798"/>
                </a:lnTo>
                <a:lnTo>
                  <a:pt x="140890" y="81152"/>
                </a:lnTo>
                <a:close/>
              </a:path>
            </a:pathLst>
          </a:custGeom>
          <a:solidFill>
            <a:srgbClr val="ADE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4477658" y="1315795"/>
            <a:ext cx="1886585" cy="919480"/>
          </a:xfrm>
          <a:custGeom>
            <a:avLst/>
            <a:gdLst/>
            <a:ahLst/>
            <a:cxnLst/>
            <a:rect l="l" t="t" r="r" b="b"/>
            <a:pathLst>
              <a:path w="1886584" h="919480">
                <a:moveTo>
                  <a:pt x="1812582" y="919403"/>
                </a:moveTo>
                <a:lnTo>
                  <a:pt x="1808124" y="849096"/>
                </a:lnTo>
                <a:lnTo>
                  <a:pt x="1801825" y="802817"/>
                </a:lnTo>
                <a:lnTo>
                  <a:pt x="1793125" y="757339"/>
                </a:lnTo>
                <a:lnTo>
                  <a:pt x="1782102" y="712724"/>
                </a:lnTo>
                <a:lnTo>
                  <a:pt x="1768805" y="669036"/>
                </a:lnTo>
                <a:lnTo>
                  <a:pt x="1753311" y="626351"/>
                </a:lnTo>
                <a:lnTo>
                  <a:pt x="1735670" y="584733"/>
                </a:lnTo>
                <a:lnTo>
                  <a:pt x="1715973" y="544245"/>
                </a:lnTo>
                <a:lnTo>
                  <a:pt x="1694268" y="504952"/>
                </a:lnTo>
                <a:lnTo>
                  <a:pt x="1670634" y="466928"/>
                </a:lnTo>
                <a:lnTo>
                  <a:pt x="1645132" y="430225"/>
                </a:lnTo>
                <a:lnTo>
                  <a:pt x="1617840" y="394931"/>
                </a:lnTo>
                <a:lnTo>
                  <a:pt x="1588808" y="361099"/>
                </a:lnTo>
                <a:lnTo>
                  <a:pt x="1558099" y="328803"/>
                </a:lnTo>
                <a:lnTo>
                  <a:pt x="1525803" y="298107"/>
                </a:lnTo>
                <a:lnTo>
                  <a:pt x="1491970" y="269074"/>
                </a:lnTo>
                <a:lnTo>
                  <a:pt x="1456677" y="241769"/>
                </a:lnTo>
                <a:lnTo>
                  <a:pt x="1419987" y="216268"/>
                </a:lnTo>
                <a:lnTo>
                  <a:pt x="1381950" y="192633"/>
                </a:lnTo>
                <a:lnTo>
                  <a:pt x="1342656" y="170942"/>
                </a:lnTo>
                <a:lnTo>
                  <a:pt x="1302169" y="151244"/>
                </a:lnTo>
                <a:lnTo>
                  <a:pt x="1260551" y="133604"/>
                </a:lnTo>
                <a:lnTo>
                  <a:pt x="1217866" y="118110"/>
                </a:lnTo>
                <a:lnTo>
                  <a:pt x="1174178" y="104813"/>
                </a:lnTo>
                <a:lnTo>
                  <a:pt x="1129563" y="93776"/>
                </a:lnTo>
                <a:lnTo>
                  <a:pt x="1084084" y="85090"/>
                </a:lnTo>
                <a:lnTo>
                  <a:pt x="1037818" y="78790"/>
                </a:lnTo>
                <a:lnTo>
                  <a:pt x="990803" y="74968"/>
                </a:lnTo>
                <a:lnTo>
                  <a:pt x="943140" y="73685"/>
                </a:lnTo>
                <a:lnTo>
                  <a:pt x="895477" y="74968"/>
                </a:lnTo>
                <a:lnTo>
                  <a:pt x="848474" y="78790"/>
                </a:lnTo>
                <a:lnTo>
                  <a:pt x="802195" y="85090"/>
                </a:lnTo>
                <a:lnTo>
                  <a:pt x="756729" y="93776"/>
                </a:lnTo>
                <a:lnTo>
                  <a:pt x="712114" y="104813"/>
                </a:lnTo>
                <a:lnTo>
                  <a:pt x="668426" y="118110"/>
                </a:lnTo>
                <a:lnTo>
                  <a:pt x="625741" y="133604"/>
                </a:lnTo>
                <a:lnTo>
                  <a:pt x="584123" y="151244"/>
                </a:lnTo>
                <a:lnTo>
                  <a:pt x="543636" y="170942"/>
                </a:lnTo>
                <a:lnTo>
                  <a:pt x="504342" y="192633"/>
                </a:lnTo>
                <a:lnTo>
                  <a:pt x="466318" y="216268"/>
                </a:lnTo>
                <a:lnTo>
                  <a:pt x="429615" y="241769"/>
                </a:lnTo>
                <a:lnTo>
                  <a:pt x="394322" y="269074"/>
                </a:lnTo>
                <a:lnTo>
                  <a:pt x="360489" y="298107"/>
                </a:lnTo>
                <a:lnTo>
                  <a:pt x="328193" y="328803"/>
                </a:lnTo>
                <a:lnTo>
                  <a:pt x="297497" y="361099"/>
                </a:lnTo>
                <a:lnTo>
                  <a:pt x="268465" y="394931"/>
                </a:lnTo>
                <a:lnTo>
                  <a:pt x="241160" y="430225"/>
                </a:lnTo>
                <a:lnTo>
                  <a:pt x="215658" y="466928"/>
                </a:lnTo>
                <a:lnTo>
                  <a:pt x="192024" y="504952"/>
                </a:lnTo>
                <a:lnTo>
                  <a:pt x="170319" y="544245"/>
                </a:lnTo>
                <a:lnTo>
                  <a:pt x="150622" y="584733"/>
                </a:lnTo>
                <a:lnTo>
                  <a:pt x="132994" y="626351"/>
                </a:lnTo>
                <a:lnTo>
                  <a:pt x="117487" y="669036"/>
                </a:lnTo>
                <a:lnTo>
                  <a:pt x="104190" y="712724"/>
                </a:lnTo>
                <a:lnTo>
                  <a:pt x="93167" y="757339"/>
                </a:lnTo>
                <a:lnTo>
                  <a:pt x="84467" y="802817"/>
                </a:lnTo>
                <a:lnTo>
                  <a:pt x="78168" y="849096"/>
                </a:lnTo>
                <a:lnTo>
                  <a:pt x="74345" y="896099"/>
                </a:lnTo>
                <a:lnTo>
                  <a:pt x="73710" y="919403"/>
                </a:lnTo>
                <a:lnTo>
                  <a:pt x="1812582" y="919403"/>
                </a:lnTo>
                <a:close/>
              </a:path>
              <a:path w="1886584" h="919480">
                <a:moveTo>
                  <a:pt x="1886280" y="919403"/>
                </a:moveTo>
                <a:lnTo>
                  <a:pt x="1882013" y="847407"/>
                </a:lnTo>
                <a:lnTo>
                  <a:pt x="1876005" y="800227"/>
                </a:lnTo>
                <a:lnTo>
                  <a:pt x="1867687" y="753808"/>
                </a:lnTo>
                <a:lnTo>
                  <a:pt x="1857235" y="708634"/>
                </a:lnTo>
                <a:lnTo>
                  <a:pt x="1844395" y="663422"/>
                </a:lnTo>
                <a:lnTo>
                  <a:pt x="1829536" y="619607"/>
                </a:lnTo>
                <a:lnTo>
                  <a:pt x="1812620" y="576757"/>
                </a:lnTo>
                <a:lnTo>
                  <a:pt x="1793684" y="534962"/>
                </a:lnTo>
                <a:lnTo>
                  <a:pt x="1772818" y="494284"/>
                </a:lnTo>
                <a:lnTo>
                  <a:pt x="1750072" y="454761"/>
                </a:lnTo>
                <a:lnTo>
                  <a:pt x="1725498" y="416471"/>
                </a:lnTo>
                <a:lnTo>
                  <a:pt x="1699158" y="379450"/>
                </a:lnTo>
                <a:lnTo>
                  <a:pt x="1671116" y="343789"/>
                </a:lnTo>
                <a:lnTo>
                  <a:pt x="1641436" y="309537"/>
                </a:lnTo>
                <a:lnTo>
                  <a:pt x="1610169" y="276733"/>
                </a:lnTo>
                <a:lnTo>
                  <a:pt x="1577365" y="245465"/>
                </a:lnTo>
                <a:lnTo>
                  <a:pt x="1543113" y="215785"/>
                </a:lnTo>
                <a:lnTo>
                  <a:pt x="1507477" y="187756"/>
                </a:lnTo>
                <a:lnTo>
                  <a:pt x="1470444" y="161404"/>
                </a:lnTo>
                <a:lnTo>
                  <a:pt x="1432140" y="136829"/>
                </a:lnTo>
                <a:lnTo>
                  <a:pt x="1392618" y="114084"/>
                </a:lnTo>
                <a:lnTo>
                  <a:pt x="1351940" y="93205"/>
                </a:lnTo>
                <a:lnTo>
                  <a:pt x="1310144" y="74282"/>
                </a:lnTo>
                <a:lnTo>
                  <a:pt x="1267307" y="57365"/>
                </a:lnTo>
                <a:lnTo>
                  <a:pt x="1223479" y="42506"/>
                </a:lnTo>
                <a:lnTo>
                  <a:pt x="1178725" y="29768"/>
                </a:lnTo>
                <a:lnTo>
                  <a:pt x="1133106" y="19215"/>
                </a:lnTo>
                <a:lnTo>
                  <a:pt x="1087335" y="11010"/>
                </a:lnTo>
                <a:lnTo>
                  <a:pt x="1039977" y="4940"/>
                </a:lnTo>
                <a:lnTo>
                  <a:pt x="991882" y="1257"/>
                </a:lnTo>
                <a:lnTo>
                  <a:pt x="943140" y="0"/>
                </a:lnTo>
                <a:lnTo>
                  <a:pt x="894651" y="1231"/>
                </a:lnTo>
                <a:lnTo>
                  <a:pt x="846785" y="4889"/>
                </a:lnTo>
                <a:lnTo>
                  <a:pt x="799604" y="10896"/>
                </a:lnTo>
                <a:lnTo>
                  <a:pt x="753186" y="19215"/>
                </a:lnTo>
                <a:lnTo>
                  <a:pt x="707555" y="29768"/>
                </a:lnTo>
                <a:lnTo>
                  <a:pt x="662800" y="42506"/>
                </a:lnTo>
                <a:lnTo>
                  <a:pt x="618972" y="57365"/>
                </a:lnTo>
                <a:lnTo>
                  <a:pt x="576135" y="74282"/>
                </a:lnTo>
                <a:lnTo>
                  <a:pt x="534339" y="93205"/>
                </a:lnTo>
                <a:lnTo>
                  <a:pt x="493661" y="114084"/>
                </a:lnTo>
                <a:lnTo>
                  <a:pt x="454139" y="136829"/>
                </a:lnTo>
                <a:lnTo>
                  <a:pt x="415836" y="161404"/>
                </a:lnTo>
                <a:lnTo>
                  <a:pt x="378828" y="187744"/>
                </a:lnTo>
                <a:lnTo>
                  <a:pt x="343166" y="215785"/>
                </a:lnTo>
                <a:lnTo>
                  <a:pt x="308914" y="245465"/>
                </a:lnTo>
                <a:lnTo>
                  <a:pt x="276110" y="276733"/>
                </a:lnTo>
                <a:lnTo>
                  <a:pt x="244843" y="309537"/>
                </a:lnTo>
                <a:lnTo>
                  <a:pt x="215163" y="343789"/>
                </a:lnTo>
                <a:lnTo>
                  <a:pt x="187121" y="379450"/>
                </a:lnTo>
                <a:lnTo>
                  <a:pt x="160782" y="416471"/>
                </a:lnTo>
                <a:lnTo>
                  <a:pt x="136207" y="454761"/>
                </a:lnTo>
                <a:lnTo>
                  <a:pt x="113461" y="494284"/>
                </a:lnTo>
                <a:lnTo>
                  <a:pt x="92583" y="534962"/>
                </a:lnTo>
                <a:lnTo>
                  <a:pt x="73660" y="576757"/>
                </a:lnTo>
                <a:lnTo>
                  <a:pt x="56743" y="619607"/>
                </a:lnTo>
                <a:lnTo>
                  <a:pt x="41884" y="663422"/>
                </a:lnTo>
                <a:lnTo>
                  <a:pt x="29146" y="708177"/>
                </a:lnTo>
                <a:lnTo>
                  <a:pt x="18592" y="753808"/>
                </a:lnTo>
                <a:lnTo>
                  <a:pt x="10274" y="800227"/>
                </a:lnTo>
                <a:lnTo>
                  <a:pt x="4267" y="847407"/>
                </a:lnTo>
                <a:lnTo>
                  <a:pt x="609" y="895273"/>
                </a:lnTo>
                <a:lnTo>
                  <a:pt x="0" y="919403"/>
                </a:lnTo>
                <a:lnTo>
                  <a:pt x="24625" y="919403"/>
                </a:lnTo>
                <a:lnTo>
                  <a:pt x="25260" y="895019"/>
                </a:lnTo>
                <a:lnTo>
                  <a:pt x="29146" y="845680"/>
                </a:lnTo>
                <a:lnTo>
                  <a:pt x="29146" y="846188"/>
                </a:lnTo>
                <a:lnTo>
                  <a:pt x="35280" y="799566"/>
                </a:lnTo>
                <a:lnTo>
                  <a:pt x="43891" y="752983"/>
                </a:lnTo>
                <a:lnTo>
                  <a:pt x="54825" y="707237"/>
                </a:lnTo>
                <a:lnTo>
                  <a:pt x="68021" y="662406"/>
                </a:lnTo>
                <a:lnTo>
                  <a:pt x="83400" y="618553"/>
                </a:lnTo>
                <a:lnTo>
                  <a:pt x="100901" y="575729"/>
                </a:lnTo>
                <a:lnTo>
                  <a:pt x="120472" y="534022"/>
                </a:lnTo>
                <a:lnTo>
                  <a:pt x="142036" y="493471"/>
                </a:lnTo>
                <a:lnTo>
                  <a:pt x="165544" y="454139"/>
                </a:lnTo>
                <a:lnTo>
                  <a:pt x="190906" y="416115"/>
                </a:lnTo>
                <a:lnTo>
                  <a:pt x="218084" y="379450"/>
                </a:lnTo>
                <a:lnTo>
                  <a:pt x="247002" y="344195"/>
                </a:lnTo>
                <a:lnTo>
                  <a:pt x="277609" y="310438"/>
                </a:lnTo>
                <a:lnTo>
                  <a:pt x="309816" y="278231"/>
                </a:lnTo>
                <a:lnTo>
                  <a:pt x="343573" y="247624"/>
                </a:lnTo>
                <a:lnTo>
                  <a:pt x="378828" y="218706"/>
                </a:lnTo>
                <a:lnTo>
                  <a:pt x="415493" y="191528"/>
                </a:lnTo>
                <a:lnTo>
                  <a:pt x="453517" y="166166"/>
                </a:lnTo>
                <a:lnTo>
                  <a:pt x="492848" y="142659"/>
                </a:lnTo>
                <a:lnTo>
                  <a:pt x="533400" y="121094"/>
                </a:lnTo>
                <a:lnTo>
                  <a:pt x="575106" y="101523"/>
                </a:lnTo>
                <a:lnTo>
                  <a:pt x="617931" y="84023"/>
                </a:lnTo>
                <a:lnTo>
                  <a:pt x="661784" y="68643"/>
                </a:lnTo>
                <a:lnTo>
                  <a:pt x="706615" y="55448"/>
                </a:lnTo>
                <a:lnTo>
                  <a:pt x="752360" y="44513"/>
                </a:lnTo>
                <a:lnTo>
                  <a:pt x="798944" y="35902"/>
                </a:lnTo>
                <a:lnTo>
                  <a:pt x="846315" y="29667"/>
                </a:lnTo>
                <a:lnTo>
                  <a:pt x="894397" y="25882"/>
                </a:lnTo>
                <a:lnTo>
                  <a:pt x="943140" y="24599"/>
                </a:lnTo>
                <a:lnTo>
                  <a:pt x="991628" y="25869"/>
                </a:lnTo>
                <a:lnTo>
                  <a:pt x="1039495" y="29629"/>
                </a:lnTo>
                <a:lnTo>
                  <a:pt x="1086675" y="35814"/>
                </a:lnTo>
                <a:lnTo>
                  <a:pt x="1133932" y="44513"/>
                </a:lnTo>
                <a:lnTo>
                  <a:pt x="1179677" y="55448"/>
                </a:lnTo>
                <a:lnTo>
                  <a:pt x="1224508" y="68643"/>
                </a:lnTo>
                <a:lnTo>
                  <a:pt x="1268361" y="84023"/>
                </a:lnTo>
                <a:lnTo>
                  <a:pt x="1311186" y="101523"/>
                </a:lnTo>
                <a:lnTo>
                  <a:pt x="1352905" y="121094"/>
                </a:lnTo>
                <a:lnTo>
                  <a:pt x="1393456" y="142659"/>
                </a:lnTo>
                <a:lnTo>
                  <a:pt x="1432775" y="166166"/>
                </a:lnTo>
                <a:lnTo>
                  <a:pt x="1470799" y="191528"/>
                </a:lnTo>
                <a:lnTo>
                  <a:pt x="1507477" y="218706"/>
                </a:lnTo>
                <a:lnTo>
                  <a:pt x="1542719" y="247624"/>
                </a:lnTo>
                <a:lnTo>
                  <a:pt x="1576476" y="278231"/>
                </a:lnTo>
                <a:lnTo>
                  <a:pt x="1608696" y="310438"/>
                </a:lnTo>
                <a:lnTo>
                  <a:pt x="1639290" y="344195"/>
                </a:lnTo>
                <a:lnTo>
                  <a:pt x="1668208" y="379450"/>
                </a:lnTo>
                <a:lnTo>
                  <a:pt x="1695386" y="416115"/>
                </a:lnTo>
                <a:lnTo>
                  <a:pt x="1720748" y="454139"/>
                </a:lnTo>
                <a:lnTo>
                  <a:pt x="1744256" y="493471"/>
                </a:lnTo>
                <a:lnTo>
                  <a:pt x="1765820" y="534022"/>
                </a:lnTo>
                <a:lnTo>
                  <a:pt x="1785378" y="575729"/>
                </a:lnTo>
                <a:lnTo>
                  <a:pt x="1802892" y="618553"/>
                </a:lnTo>
                <a:lnTo>
                  <a:pt x="1818271" y="662406"/>
                </a:lnTo>
                <a:lnTo>
                  <a:pt x="1831454" y="707237"/>
                </a:lnTo>
                <a:lnTo>
                  <a:pt x="1842389" y="752983"/>
                </a:lnTo>
                <a:lnTo>
                  <a:pt x="1851012" y="799566"/>
                </a:lnTo>
                <a:lnTo>
                  <a:pt x="1857235" y="846937"/>
                </a:lnTo>
                <a:lnTo>
                  <a:pt x="1861019" y="895019"/>
                </a:lnTo>
                <a:lnTo>
                  <a:pt x="1861667" y="919403"/>
                </a:lnTo>
                <a:lnTo>
                  <a:pt x="1886280" y="919403"/>
                </a:lnTo>
                <a:close/>
              </a:path>
            </a:pathLst>
          </a:custGeom>
          <a:solidFill>
            <a:srgbClr val="0F68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2" name="object 5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617573" y="1457422"/>
            <a:ext cx="1667313" cy="1667191"/>
          </a:xfrm>
          <a:prstGeom prst="rect">
            <a:avLst/>
          </a:prstGeom>
        </p:spPr>
      </p:pic>
      <p:sp>
        <p:nvSpPr>
          <p:cNvPr id="140" name="object 140"/>
          <p:cNvSpPr txBox="1">
            <a:spLocks noGrp="1"/>
          </p:cNvSpPr>
          <p:nvPr>
            <p:ph type="title"/>
          </p:nvPr>
        </p:nvSpPr>
        <p:spPr>
          <a:xfrm>
            <a:off x="379168" y="361617"/>
            <a:ext cx="182816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u="sng" spc="-50" dirty="0">
                <a:solidFill>
                  <a:srgbClr val="181818"/>
                </a:solidFill>
                <a:uFill>
                  <a:solidFill>
                    <a:srgbClr val="181818"/>
                  </a:solidFill>
                </a:uFill>
                <a:latin typeface="Times New Roman"/>
                <a:cs typeface="Times New Roman"/>
              </a:rPr>
              <a:t>Solution</a:t>
            </a:r>
            <a:r>
              <a:rPr sz="2200" b="1" u="sng" spc="-60" dirty="0">
                <a:solidFill>
                  <a:srgbClr val="181818"/>
                </a:solidFill>
                <a:uFill>
                  <a:solidFill>
                    <a:srgbClr val="181818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sng" spc="-30" dirty="0">
                <a:solidFill>
                  <a:srgbClr val="181818"/>
                </a:solidFill>
                <a:uFill>
                  <a:solidFill>
                    <a:srgbClr val="181818"/>
                  </a:solidFill>
                </a:uFill>
                <a:latin typeface="Times New Roman"/>
                <a:cs typeface="Times New Roman"/>
              </a:rPr>
              <a:t>Details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463658" y="779218"/>
            <a:ext cx="4762895" cy="16641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925" marR="93980" indent="-149860">
              <a:lnSpc>
                <a:spcPct val="125000"/>
              </a:lnSpc>
              <a:spcBef>
                <a:spcPts val="100"/>
              </a:spcBef>
              <a:buFont typeface="Arial MT"/>
              <a:buChar char="•"/>
              <a:tabLst>
                <a:tab pos="163195" algn="l"/>
              </a:tabLst>
            </a:pPr>
            <a:r>
              <a:rPr lang="en-US" sz="1400" b="1" spc="-10" dirty="0">
                <a:solidFill>
                  <a:srgbClr val="343431"/>
                </a:solidFill>
                <a:latin typeface="Times New Roman"/>
                <a:cs typeface="Times New Roman"/>
              </a:rPr>
              <a:t>Streamlined Authorization Process- </a:t>
            </a:r>
            <a:r>
              <a:rPr lang="en-GB" sz="1400" dirty="0"/>
              <a:t>AI-based clinical analysis and automated payer policy matching.</a:t>
            </a:r>
            <a:endParaRPr sz="1400" dirty="0">
              <a:latin typeface="Times New Roman"/>
              <a:cs typeface="Times New Roman"/>
            </a:endParaRPr>
          </a:p>
          <a:p>
            <a:pPr marL="161925" marR="348615" indent="-149860">
              <a:lnSpc>
                <a:spcPct val="125000"/>
              </a:lnSpc>
              <a:buFont typeface="Arial MT"/>
              <a:buChar char="•"/>
              <a:tabLst>
                <a:tab pos="163195" algn="l"/>
              </a:tabLst>
            </a:pPr>
            <a:r>
              <a:rPr lang="en-US" sz="1400" b="1" spc="-10" dirty="0">
                <a:solidFill>
                  <a:srgbClr val="343431"/>
                </a:solidFill>
                <a:latin typeface="Times New Roman"/>
                <a:cs typeface="Times New Roman"/>
              </a:rPr>
              <a:t>Automated Workflow Management</a:t>
            </a:r>
            <a:r>
              <a:rPr sz="1400" dirty="0">
                <a:solidFill>
                  <a:srgbClr val="343431"/>
                </a:solidFill>
                <a:latin typeface="Times New Roman"/>
                <a:cs typeface="Times New Roman"/>
              </a:rPr>
              <a:t>-</a:t>
            </a:r>
            <a:r>
              <a:rPr sz="1400" spc="-20" dirty="0">
                <a:solidFill>
                  <a:srgbClr val="343431"/>
                </a:solidFill>
                <a:latin typeface="Times New Roman"/>
                <a:cs typeface="Times New Roman"/>
              </a:rPr>
              <a:t> </a:t>
            </a:r>
            <a:r>
              <a:rPr lang="en-GB" sz="1400" dirty="0"/>
              <a:t>End-to-end tracking with approval prediction and denial alerts.</a:t>
            </a:r>
          </a:p>
          <a:p>
            <a:pPr marL="161925" marR="348615" indent="-149860">
              <a:lnSpc>
                <a:spcPct val="125000"/>
              </a:lnSpc>
              <a:buFont typeface="Arial MT"/>
              <a:buChar char="•"/>
              <a:tabLst>
                <a:tab pos="163195" algn="l"/>
              </a:tabLst>
            </a:pPr>
            <a:r>
              <a:rPr sz="1400" b="1" dirty="0">
                <a:solidFill>
                  <a:srgbClr val="343431"/>
                </a:solidFill>
                <a:latin typeface="Times New Roman"/>
                <a:cs typeface="Times New Roman"/>
              </a:rPr>
              <a:t>Scalable</a:t>
            </a:r>
            <a:r>
              <a:rPr sz="1400" b="1" spc="-35" dirty="0">
                <a:solidFill>
                  <a:srgbClr val="343431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43431"/>
                </a:solidFill>
                <a:latin typeface="Times New Roman"/>
                <a:cs typeface="Times New Roman"/>
              </a:rPr>
              <a:t>+</a:t>
            </a:r>
            <a:r>
              <a:rPr sz="1400" b="1" spc="-5" dirty="0">
                <a:solidFill>
                  <a:srgbClr val="343431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43431"/>
                </a:solidFill>
                <a:latin typeface="Times New Roman"/>
                <a:cs typeface="Times New Roman"/>
              </a:rPr>
              <a:t>Cost-Effective</a:t>
            </a:r>
            <a:r>
              <a:rPr sz="1400" b="1" spc="-45" dirty="0">
                <a:solidFill>
                  <a:srgbClr val="343431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43431"/>
                </a:solidFill>
                <a:latin typeface="Times New Roman"/>
                <a:cs typeface="Times New Roman"/>
              </a:rPr>
              <a:t>Solution:</a:t>
            </a:r>
            <a:r>
              <a:rPr lang="en-IN" sz="1400" b="1" spc="-55" dirty="0">
                <a:solidFill>
                  <a:srgbClr val="343431"/>
                </a:solidFill>
                <a:latin typeface="Times New Roman"/>
                <a:cs typeface="Times New Roman"/>
              </a:rPr>
              <a:t>- </a:t>
            </a:r>
            <a:r>
              <a:rPr lang="en-GB" sz="1400" dirty="0"/>
              <a:t>Cloud-native microservices with secure EHR and payer integration.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722197" y="4082272"/>
            <a:ext cx="2208047" cy="16390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9590" marR="266065" indent="-353695" algn="ctr">
              <a:lnSpc>
                <a:spcPct val="106400"/>
              </a:lnSpc>
              <a:spcBef>
                <a:spcPts val="100"/>
              </a:spcBef>
            </a:pPr>
            <a:r>
              <a:rPr lang="en-GB" sz="1200" b="1" dirty="0">
                <a:solidFill>
                  <a:srgbClr val="3434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End‑to‑end autonomous prior authorization</a:t>
            </a:r>
            <a:r>
              <a:rPr sz="1200" b="1" spc="-10" dirty="0">
                <a:solidFill>
                  <a:srgbClr val="3434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2555" marR="5080" indent="-110489" algn="ctr">
              <a:lnSpc>
                <a:spcPct val="111000"/>
              </a:lnSpc>
              <a:spcBef>
                <a:spcPts val="5"/>
              </a:spcBef>
              <a:buFont typeface="Arial MT"/>
              <a:buChar char="•"/>
              <a:tabLst>
                <a:tab pos="143510" algn="l"/>
              </a:tabLst>
            </a:pPr>
            <a:r>
              <a:rPr lang="en-GB" sz="1200" b="1" i="0" dirty="0" err="1">
                <a:effectLst/>
                <a:latin typeface="+mj-lt"/>
              </a:rPr>
              <a:t>SureCare</a:t>
            </a:r>
            <a:r>
              <a:rPr lang="en-GB" sz="1200" b="1" i="0" dirty="0">
                <a:effectLst/>
                <a:latin typeface="+mj-lt"/>
              </a:rPr>
              <a:t> AI </a:t>
            </a:r>
            <a:r>
              <a:rPr lang="en-GB" sz="1200" b="0" i="0" dirty="0">
                <a:effectLst/>
                <a:latin typeface="+mj-lt"/>
              </a:rPr>
              <a:t>automates the full PA lifecycle—from extracting clinical evidence to submitting requests and drafting appeals—minimizing manual intervention to only rare complex edge cases</a:t>
            </a:r>
            <a:endParaRPr sz="1200" dirty="0">
              <a:latin typeface="+mj-lt"/>
              <a:cs typeface="Times New Roman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3794690" y="4101830"/>
            <a:ext cx="2248175" cy="6392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3230" marR="231775" indent="-394970" algn="ctr">
              <a:lnSpc>
                <a:spcPct val="109200"/>
              </a:lnSpc>
              <a:spcBef>
                <a:spcPts val="95"/>
              </a:spcBef>
            </a:pPr>
            <a:r>
              <a:rPr lang="en-US" sz="1200" b="1" dirty="0">
                <a:solidFill>
                  <a:srgbClr val="343431"/>
                </a:solidFill>
                <a:latin typeface="Times New Roman"/>
                <a:cs typeface="Times New Roman"/>
              </a:rPr>
              <a:t>Multi‑agent, policy‑aware intelligence</a:t>
            </a:r>
          </a:p>
          <a:p>
            <a:pPr marL="443230" marR="231775" indent="-394970" algn="ctr">
              <a:lnSpc>
                <a:spcPct val="109200"/>
              </a:lnSpc>
              <a:spcBef>
                <a:spcPts val="95"/>
              </a:spcBef>
            </a:pPr>
            <a:endParaRPr lang="en-US" sz="1250" dirty="0">
              <a:solidFill>
                <a:srgbClr val="343431"/>
              </a:solidFill>
              <a:latin typeface="Times New Roman"/>
              <a:cs typeface="Times New Roman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4742179" y="3058794"/>
            <a:ext cx="254000" cy="2984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b="1" spc="-25" dirty="0">
                <a:solidFill>
                  <a:srgbClr val="F8F8F8"/>
                </a:solidFill>
                <a:latin typeface="Times New Roman"/>
                <a:cs typeface="Times New Roman"/>
              </a:rPr>
              <a:t>02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619177" y="2337884"/>
            <a:ext cx="3078480" cy="83883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200" b="1" u="sng" spc="-55" dirty="0">
                <a:solidFill>
                  <a:srgbClr val="181818"/>
                </a:solidFill>
                <a:uFill>
                  <a:solidFill>
                    <a:srgbClr val="181818"/>
                  </a:solidFill>
                </a:uFill>
                <a:latin typeface="Times New Roman"/>
                <a:cs typeface="Times New Roman"/>
              </a:rPr>
              <a:t>Unique</a:t>
            </a:r>
            <a:r>
              <a:rPr sz="2200" b="1" u="sng" spc="-35" dirty="0">
                <a:solidFill>
                  <a:srgbClr val="181818"/>
                </a:solidFill>
                <a:uFill>
                  <a:solidFill>
                    <a:srgbClr val="181818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sng" spc="-55" dirty="0">
                <a:solidFill>
                  <a:srgbClr val="181818"/>
                </a:solidFill>
                <a:uFill>
                  <a:solidFill>
                    <a:srgbClr val="181818"/>
                  </a:solidFill>
                </a:uFill>
                <a:latin typeface="Times New Roman"/>
                <a:cs typeface="Times New Roman"/>
              </a:rPr>
              <a:t>Selling</a:t>
            </a:r>
            <a:r>
              <a:rPr sz="2200" b="1" u="sng" spc="-30" dirty="0">
                <a:solidFill>
                  <a:srgbClr val="181818"/>
                </a:solidFill>
                <a:uFill>
                  <a:solidFill>
                    <a:srgbClr val="181818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sng" spc="-40" dirty="0">
                <a:solidFill>
                  <a:srgbClr val="181818"/>
                </a:solidFill>
                <a:uFill>
                  <a:solidFill>
                    <a:srgbClr val="181818"/>
                  </a:solidFill>
                </a:uFill>
                <a:latin typeface="Times New Roman"/>
                <a:cs typeface="Times New Roman"/>
              </a:rPr>
              <a:t>Proposition</a:t>
            </a:r>
            <a:endParaRPr sz="2200" dirty="0">
              <a:latin typeface="Times New Roman"/>
              <a:cs typeface="Times New Roman"/>
            </a:endParaRPr>
          </a:p>
          <a:p>
            <a:pPr marL="669925">
              <a:lnSpc>
                <a:spcPct val="100000"/>
              </a:lnSpc>
              <a:spcBef>
                <a:spcPts val="725"/>
              </a:spcBef>
            </a:pPr>
            <a:r>
              <a:rPr sz="1850" b="1" spc="-25" dirty="0">
                <a:solidFill>
                  <a:srgbClr val="F8F8F8"/>
                </a:solidFill>
                <a:latin typeface="Times New Roman"/>
                <a:cs typeface="Times New Roman"/>
              </a:rPr>
              <a:t>01</a:t>
            </a:r>
            <a:endParaRPr sz="1850" dirty="0">
              <a:latin typeface="Times New Roman"/>
              <a:cs typeface="Times New Roman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661543" y="7387208"/>
            <a:ext cx="2136522" cy="274434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440055" algn="ctr">
              <a:lnSpc>
                <a:spcPct val="100000"/>
              </a:lnSpc>
              <a:spcBef>
                <a:spcPts val="640"/>
              </a:spcBef>
            </a:pPr>
            <a:r>
              <a:rPr lang="en-US" sz="1250" b="1" dirty="0">
                <a:solidFill>
                  <a:srgbClr val="343431"/>
                </a:solidFill>
                <a:latin typeface="Times New Roman"/>
                <a:cs typeface="Times New Roman"/>
              </a:rPr>
              <a:t>Minutes instead of days :</a:t>
            </a:r>
            <a:endParaRPr sz="1050" dirty="0">
              <a:latin typeface="Times New Roman"/>
              <a:cs typeface="Times New Roman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7159243" y="3587877"/>
            <a:ext cx="158369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1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clinical data ingestion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9176448" y="481272"/>
            <a:ext cx="122047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Medical‑necessity intelligence</a:t>
            </a:r>
            <a:endParaRPr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10788777" y="3566286"/>
            <a:ext cx="174243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policy and eligibility check</a:t>
            </a:r>
            <a:endParaRPr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12709397" y="491108"/>
            <a:ext cx="1648460" cy="377283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511175" marR="5080" indent="-499109" algn="ctr">
              <a:lnSpc>
                <a:spcPct val="104200"/>
              </a:lnSpc>
              <a:spcBef>
                <a:spcPts val="40"/>
              </a:spcBef>
            </a:pPr>
            <a:r>
              <a:rPr lang="en-US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authorization</a:t>
            </a:r>
          </a:p>
          <a:p>
            <a:pPr marL="511175" marR="5080" indent="-499109" algn="ctr">
              <a:lnSpc>
                <a:spcPct val="104200"/>
              </a:lnSpc>
              <a:spcBef>
                <a:spcPts val="40"/>
              </a:spcBef>
            </a:pPr>
            <a:r>
              <a:rPr lang="en-US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package generation</a:t>
            </a:r>
            <a:endParaRPr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14627733" y="3605021"/>
            <a:ext cx="1534160" cy="39878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52425" marR="5080" indent="-340360">
              <a:lnSpc>
                <a:spcPct val="104200"/>
              </a:lnSpc>
              <a:spcBef>
                <a:spcPts val="40"/>
              </a:spcBef>
            </a:pPr>
            <a:r>
              <a:rPr sz="1200" b="1" dirty="0">
                <a:solidFill>
                  <a:srgbClr val="343431"/>
                </a:solidFill>
                <a:latin typeface="Times New Roman"/>
                <a:cs typeface="Times New Roman"/>
              </a:rPr>
              <a:t>Performance</a:t>
            </a:r>
            <a:r>
              <a:rPr sz="1200" b="1" spc="-35" dirty="0">
                <a:solidFill>
                  <a:srgbClr val="3434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43431"/>
                </a:solidFill>
                <a:latin typeface="Times New Roman"/>
                <a:cs typeface="Times New Roman"/>
              </a:rPr>
              <a:t>Report</a:t>
            </a:r>
            <a:r>
              <a:rPr sz="1200" b="1" spc="-65" dirty="0">
                <a:solidFill>
                  <a:srgbClr val="343431"/>
                </a:solidFill>
                <a:latin typeface="Times New Roman"/>
                <a:cs typeface="Times New Roman"/>
              </a:rPr>
              <a:t> </a:t>
            </a:r>
            <a:r>
              <a:rPr sz="1200" b="1" spc="-50" dirty="0">
                <a:solidFill>
                  <a:srgbClr val="343431"/>
                </a:solidFill>
                <a:latin typeface="Times New Roman"/>
                <a:cs typeface="Times New Roman"/>
              </a:rPr>
              <a:t>&amp; </a:t>
            </a:r>
            <a:r>
              <a:rPr sz="1200" b="1" spc="-10" dirty="0">
                <a:solidFill>
                  <a:srgbClr val="343431"/>
                </a:solidFill>
                <a:latin typeface="Times New Roman"/>
                <a:cs typeface="Times New Roman"/>
              </a:rPr>
              <a:t>Certification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6688073" y="367029"/>
            <a:ext cx="19672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u="sng" spc="-60" dirty="0">
                <a:solidFill>
                  <a:srgbClr val="181818"/>
                </a:solidFill>
                <a:uFill>
                  <a:solidFill>
                    <a:srgbClr val="181818"/>
                  </a:solidFill>
                </a:uFill>
                <a:latin typeface="Times New Roman"/>
                <a:cs typeface="Times New Roman"/>
              </a:rPr>
              <a:t>Proof</a:t>
            </a:r>
            <a:r>
              <a:rPr sz="2200" b="1" u="sng" spc="-80" dirty="0">
                <a:solidFill>
                  <a:srgbClr val="181818"/>
                </a:solidFill>
                <a:uFill>
                  <a:solidFill>
                    <a:srgbClr val="181818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sng" spc="-20" dirty="0">
                <a:solidFill>
                  <a:srgbClr val="181818"/>
                </a:solidFill>
                <a:uFill>
                  <a:solidFill>
                    <a:srgbClr val="181818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2200" b="1" u="sng" spc="-90" dirty="0">
                <a:solidFill>
                  <a:srgbClr val="181818"/>
                </a:solidFill>
                <a:uFill>
                  <a:solidFill>
                    <a:srgbClr val="181818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sng" spc="-35" dirty="0">
                <a:solidFill>
                  <a:srgbClr val="181818"/>
                </a:solidFill>
                <a:uFill>
                  <a:solidFill>
                    <a:srgbClr val="181818"/>
                  </a:solidFill>
                </a:uFill>
                <a:latin typeface="Times New Roman"/>
                <a:cs typeface="Times New Roman"/>
              </a:rPr>
              <a:t>Concept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7339628" y="2321322"/>
            <a:ext cx="1243330" cy="6040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1100"/>
              </a:lnSpc>
              <a:spcBef>
                <a:spcPts val="100"/>
              </a:spcBef>
            </a:pPr>
            <a:r>
              <a:rPr lang="en-GB" sz="700" b="0" i="0" dirty="0">
                <a:effectLst/>
                <a:latin typeface="fkGroteskNeue"/>
              </a:rPr>
              <a:t>Extracts structured and unstructured patient data (diagnoses, labs, notes, orders) directly from the EHR using NLP and connectors.</a:t>
            </a:r>
            <a:endParaRPr sz="700" dirty="0">
              <a:latin typeface="Times New Roman"/>
              <a:cs typeface="Times New Roman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9242201" y="1615323"/>
            <a:ext cx="1162050" cy="6882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11100"/>
              </a:lnSpc>
              <a:spcBef>
                <a:spcPts val="100"/>
              </a:spcBef>
            </a:pPr>
            <a:r>
              <a:rPr lang="en-GB" sz="800" dirty="0">
                <a:latin typeface="+mj-lt"/>
              </a:rPr>
              <a:t>Clinical Reader Agent extracts indications, treatments, risk factors, creating structured medical necessity profile.</a:t>
            </a:r>
            <a:endParaRPr lang="en-GB" sz="800" dirty="0">
              <a:latin typeface="+mj-lt"/>
              <a:cs typeface="Times New Roman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11145526" y="2232792"/>
            <a:ext cx="1083310" cy="640496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algn="ctr">
              <a:lnSpc>
                <a:spcPct val="103699"/>
              </a:lnSpc>
              <a:spcBef>
                <a:spcPts val="65"/>
              </a:spcBef>
            </a:pPr>
            <a:r>
              <a:rPr lang="en-GB" sz="800" dirty="0"/>
              <a:t>Policy Agent retrieves real-time payer rules, compares with patient profile, identifies met or missing criteria.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13015595" y="1738086"/>
            <a:ext cx="116078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GB" sz="800" dirty="0">
                <a:latin typeface="+mj-lt"/>
              </a:rPr>
              <a:t>Submission Agent auto-populates payer PA forms with evidence, codes, justifications for electronic submission.</a:t>
            </a:r>
            <a:endParaRPr lang="en-US" sz="800" dirty="0">
              <a:latin typeface="+mj-lt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9155938" y="9111792"/>
            <a:ext cx="16833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4625" indent="-16192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74625" algn="l"/>
              </a:tabLst>
            </a:pPr>
            <a:r>
              <a:rPr sz="1500" b="1" i="1" dirty="0">
                <a:latin typeface="Calibri"/>
                <a:cs typeface="Calibri"/>
              </a:rPr>
              <a:t>Use</a:t>
            </a:r>
            <a:r>
              <a:rPr sz="1500" b="1" i="1" spc="165" dirty="0">
                <a:latin typeface="Calibri"/>
                <a:cs typeface="Calibri"/>
              </a:rPr>
              <a:t> </a:t>
            </a:r>
            <a:r>
              <a:rPr sz="1500" b="1" i="1" dirty="0">
                <a:latin typeface="Calibri"/>
                <a:cs typeface="Calibri"/>
              </a:rPr>
              <a:t>Case</a:t>
            </a:r>
            <a:r>
              <a:rPr sz="1500" b="1" i="1" spc="165" dirty="0">
                <a:latin typeface="Calibri"/>
                <a:cs typeface="Calibri"/>
              </a:rPr>
              <a:t> </a:t>
            </a:r>
            <a:r>
              <a:rPr sz="1500" b="1" i="1" spc="-10" dirty="0">
                <a:latin typeface="Calibri"/>
                <a:cs typeface="Calibri"/>
              </a:rPr>
              <a:t>Diagram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15408622" y="9074922"/>
            <a:ext cx="934085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6530" indent="-1638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76530" algn="l"/>
              </a:tabLst>
            </a:pPr>
            <a:r>
              <a:rPr sz="1550" b="1" spc="-10" dirty="0">
                <a:latin typeface="Times New Roman"/>
                <a:cs typeface="Times New Roman"/>
              </a:rPr>
              <a:t>Working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8452524-0D24-78FF-3E1C-70264B8A723F}"/>
              </a:ext>
            </a:extLst>
          </p:cNvPr>
          <p:cNvSpPr txBox="1"/>
          <p:nvPr/>
        </p:nvSpPr>
        <p:spPr>
          <a:xfrm>
            <a:off x="3815912" y="4593008"/>
            <a:ext cx="2202181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i="0" dirty="0">
                <a:effectLst/>
                <a:latin typeface="+mj-lt"/>
              </a:rPr>
              <a:t>A coordinated set of agents (Clinical Reader, Policy Agent, Submission Agent) reads unstructured notes, understands real‑time payer rules, and translates them into compliant, structured PA packages</a:t>
            </a:r>
            <a:endParaRPr lang="en-US" sz="1100" dirty="0">
              <a:latin typeface="+mj-lt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2A8FAAA-DFED-B9FA-BAAC-FE1D4A521F74}"/>
              </a:ext>
            </a:extLst>
          </p:cNvPr>
          <p:cNvSpPr txBox="1"/>
          <p:nvPr/>
        </p:nvSpPr>
        <p:spPr>
          <a:xfrm>
            <a:off x="775970" y="7716146"/>
            <a:ext cx="218109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b="0" i="0" dirty="0">
                <a:effectLst/>
                <a:latin typeface="+mj-lt"/>
              </a:rPr>
              <a:t>By eliminating manual chart review and form filling, the system transforms PA turnaround from multi‑day administrative cycles to near real‑time decision‑ready submissions.</a:t>
            </a:r>
            <a:endParaRPr lang="en-US" sz="1100" dirty="0">
              <a:latin typeface="+mj-lt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253C9DBA-04D6-6E90-3EFF-2C9EAF6251EE}"/>
              </a:ext>
            </a:extLst>
          </p:cNvPr>
          <p:cNvSpPr txBox="1"/>
          <p:nvPr/>
        </p:nvSpPr>
        <p:spPr>
          <a:xfrm>
            <a:off x="3815912" y="7475183"/>
            <a:ext cx="2033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Seamless EHR–payer connectivity via standards :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6FB07723-0A5D-31F0-588B-999D66BABCCA}"/>
              </a:ext>
            </a:extLst>
          </p:cNvPr>
          <p:cNvSpPr txBox="1"/>
          <p:nvPr/>
        </p:nvSpPr>
        <p:spPr>
          <a:xfrm>
            <a:off x="3880749" y="7928459"/>
            <a:ext cx="209573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b="0" i="0" dirty="0">
                <a:effectLst/>
                <a:latin typeface="+mj-lt"/>
              </a:rPr>
              <a:t>The platform is designed to sit between provider EHRs and payer systems, leveraging FHIR APIs and other standard interfaces so hospitals can adopt it without disrupting existing workflows.</a:t>
            </a:r>
            <a:endParaRPr lang="en-US" sz="1100" dirty="0">
              <a:latin typeface="+mj-lt"/>
            </a:endParaRPr>
          </a:p>
        </p:txBody>
      </p:sp>
      <p:pic>
        <p:nvPicPr>
          <p:cNvPr id="185" name="object 49">
            <a:extLst>
              <a:ext uri="{FF2B5EF4-FFF2-40B4-BE49-F238E27FC236}">
                <a16:creationId xmlns:a16="http://schemas.microsoft.com/office/drawing/2014/main" id="{A38EFFA4-F8C5-C461-C56C-6A2EE91624D2}"/>
              </a:ext>
            </a:extLst>
          </p:cNvPr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704042" y="1544157"/>
            <a:ext cx="1459709" cy="1459599"/>
          </a:xfrm>
          <a:prstGeom prst="rect">
            <a:avLst/>
          </a:prstGeom>
        </p:spPr>
      </p:pic>
      <p:sp>
        <p:nvSpPr>
          <p:cNvPr id="161" name="object 161"/>
          <p:cNvSpPr txBox="1"/>
          <p:nvPr/>
        </p:nvSpPr>
        <p:spPr>
          <a:xfrm>
            <a:off x="14962805" y="2335353"/>
            <a:ext cx="9194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11100"/>
              </a:lnSpc>
              <a:spcBef>
                <a:spcPts val="100"/>
              </a:spcBef>
            </a:pPr>
            <a:r>
              <a:rPr sz="900" dirty="0">
                <a:latin typeface="Times New Roman"/>
                <a:cs typeface="Times New Roman"/>
              </a:rPr>
              <a:t>Detailed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reports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Times New Roman"/>
                <a:cs typeface="Times New Roman"/>
              </a:rPr>
              <a:t>&amp;</a:t>
            </a:r>
            <a:r>
              <a:rPr sz="900" spc="-10" dirty="0">
                <a:latin typeface="Times New Roman"/>
                <a:cs typeface="Times New Roman"/>
              </a:rPr>
              <a:t> blockchain-verified certification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186" name="object 46">
            <a:extLst>
              <a:ext uri="{FF2B5EF4-FFF2-40B4-BE49-F238E27FC236}">
                <a16:creationId xmlns:a16="http://schemas.microsoft.com/office/drawing/2014/main" id="{645A7D72-4607-D80D-64FF-BFB4CE12015F}"/>
              </a:ext>
            </a:extLst>
          </p:cNvPr>
          <p:cNvSpPr/>
          <p:nvPr/>
        </p:nvSpPr>
        <p:spPr>
          <a:xfrm>
            <a:off x="15408622" y="2997036"/>
            <a:ext cx="142875" cy="509905"/>
          </a:xfrm>
          <a:custGeom>
            <a:avLst/>
            <a:gdLst/>
            <a:ahLst/>
            <a:cxnLst/>
            <a:rect l="l" t="t" r="r" b="b"/>
            <a:pathLst>
              <a:path w="142875" h="509904">
                <a:moveTo>
                  <a:pt x="79375" y="0"/>
                </a:moveTo>
                <a:lnTo>
                  <a:pt x="63626" y="0"/>
                </a:lnTo>
                <a:lnTo>
                  <a:pt x="57150" y="6350"/>
                </a:lnTo>
                <a:lnTo>
                  <a:pt x="57150" y="22225"/>
                </a:lnTo>
                <a:lnTo>
                  <a:pt x="63626" y="28575"/>
                </a:lnTo>
                <a:lnTo>
                  <a:pt x="79375" y="28575"/>
                </a:lnTo>
                <a:lnTo>
                  <a:pt x="85725" y="22225"/>
                </a:lnTo>
                <a:lnTo>
                  <a:pt x="85725" y="6350"/>
                </a:lnTo>
                <a:lnTo>
                  <a:pt x="79375" y="0"/>
                </a:lnTo>
                <a:close/>
              </a:path>
              <a:path w="142875" h="509904">
                <a:moveTo>
                  <a:pt x="79375" y="57150"/>
                </a:moveTo>
                <a:lnTo>
                  <a:pt x="63626" y="57150"/>
                </a:lnTo>
                <a:lnTo>
                  <a:pt x="57150" y="63626"/>
                </a:lnTo>
                <a:lnTo>
                  <a:pt x="57150" y="79375"/>
                </a:lnTo>
                <a:lnTo>
                  <a:pt x="63626" y="85725"/>
                </a:lnTo>
                <a:lnTo>
                  <a:pt x="79375" y="85725"/>
                </a:lnTo>
                <a:lnTo>
                  <a:pt x="85725" y="79375"/>
                </a:lnTo>
                <a:lnTo>
                  <a:pt x="85725" y="63626"/>
                </a:lnTo>
                <a:lnTo>
                  <a:pt x="79375" y="57150"/>
                </a:lnTo>
                <a:close/>
              </a:path>
              <a:path w="142875" h="509904">
                <a:moveTo>
                  <a:pt x="79375" y="114300"/>
                </a:moveTo>
                <a:lnTo>
                  <a:pt x="63626" y="114300"/>
                </a:lnTo>
                <a:lnTo>
                  <a:pt x="57150" y="120776"/>
                </a:lnTo>
                <a:lnTo>
                  <a:pt x="57150" y="136525"/>
                </a:lnTo>
                <a:lnTo>
                  <a:pt x="63626" y="143001"/>
                </a:lnTo>
                <a:lnTo>
                  <a:pt x="79375" y="143001"/>
                </a:lnTo>
                <a:lnTo>
                  <a:pt x="85725" y="136525"/>
                </a:lnTo>
                <a:lnTo>
                  <a:pt x="85725" y="120776"/>
                </a:lnTo>
                <a:lnTo>
                  <a:pt x="79375" y="114300"/>
                </a:lnTo>
                <a:close/>
              </a:path>
              <a:path w="142875" h="509904">
                <a:moveTo>
                  <a:pt x="79375" y="171576"/>
                </a:moveTo>
                <a:lnTo>
                  <a:pt x="63626" y="171576"/>
                </a:lnTo>
                <a:lnTo>
                  <a:pt x="57150" y="177926"/>
                </a:lnTo>
                <a:lnTo>
                  <a:pt x="57150" y="193801"/>
                </a:lnTo>
                <a:lnTo>
                  <a:pt x="63626" y="200151"/>
                </a:lnTo>
                <a:lnTo>
                  <a:pt x="79375" y="200151"/>
                </a:lnTo>
                <a:lnTo>
                  <a:pt x="85725" y="193801"/>
                </a:lnTo>
                <a:lnTo>
                  <a:pt x="85725" y="177926"/>
                </a:lnTo>
                <a:lnTo>
                  <a:pt x="79375" y="171576"/>
                </a:lnTo>
                <a:close/>
              </a:path>
              <a:path w="142875" h="509904">
                <a:moveTo>
                  <a:pt x="79375" y="228726"/>
                </a:moveTo>
                <a:lnTo>
                  <a:pt x="63626" y="228726"/>
                </a:lnTo>
                <a:lnTo>
                  <a:pt x="57150" y="235076"/>
                </a:lnTo>
                <a:lnTo>
                  <a:pt x="57150" y="250951"/>
                </a:lnTo>
                <a:lnTo>
                  <a:pt x="63626" y="257301"/>
                </a:lnTo>
                <a:lnTo>
                  <a:pt x="79375" y="257301"/>
                </a:lnTo>
                <a:lnTo>
                  <a:pt x="85725" y="250951"/>
                </a:lnTo>
                <a:lnTo>
                  <a:pt x="85725" y="235076"/>
                </a:lnTo>
                <a:lnTo>
                  <a:pt x="79375" y="228726"/>
                </a:lnTo>
                <a:close/>
              </a:path>
              <a:path w="142875" h="509904">
                <a:moveTo>
                  <a:pt x="79375" y="285876"/>
                </a:moveTo>
                <a:lnTo>
                  <a:pt x="63626" y="285876"/>
                </a:lnTo>
                <a:lnTo>
                  <a:pt x="57150" y="292226"/>
                </a:lnTo>
                <a:lnTo>
                  <a:pt x="57150" y="308101"/>
                </a:lnTo>
                <a:lnTo>
                  <a:pt x="63626" y="314451"/>
                </a:lnTo>
                <a:lnTo>
                  <a:pt x="79375" y="314451"/>
                </a:lnTo>
                <a:lnTo>
                  <a:pt x="85725" y="308101"/>
                </a:lnTo>
                <a:lnTo>
                  <a:pt x="85725" y="292226"/>
                </a:lnTo>
                <a:lnTo>
                  <a:pt x="79375" y="285876"/>
                </a:lnTo>
                <a:close/>
              </a:path>
              <a:path w="142875" h="509904">
                <a:moveTo>
                  <a:pt x="61039" y="369141"/>
                </a:moveTo>
                <a:lnTo>
                  <a:pt x="43666" y="372647"/>
                </a:lnTo>
                <a:lnTo>
                  <a:pt x="20939" y="387969"/>
                </a:lnTo>
                <a:lnTo>
                  <a:pt x="5617" y="410696"/>
                </a:lnTo>
                <a:lnTo>
                  <a:pt x="0" y="438530"/>
                </a:lnTo>
                <a:lnTo>
                  <a:pt x="5617" y="466345"/>
                </a:lnTo>
                <a:lnTo>
                  <a:pt x="20939" y="489029"/>
                </a:lnTo>
                <a:lnTo>
                  <a:pt x="43666" y="504307"/>
                </a:lnTo>
                <a:lnTo>
                  <a:pt x="71500" y="509904"/>
                </a:lnTo>
                <a:lnTo>
                  <a:pt x="99262" y="504307"/>
                </a:lnTo>
                <a:lnTo>
                  <a:pt x="121951" y="489029"/>
                </a:lnTo>
                <a:lnTo>
                  <a:pt x="137259" y="466345"/>
                </a:lnTo>
                <a:lnTo>
                  <a:pt x="142875" y="438530"/>
                </a:lnTo>
                <a:lnTo>
                  <a:pt x="140927" y="428878"/>
                </a:lnTo>
                <a:lnTo>
                  <a:pt x="63626" y="428878"/>
                </a:lnTo>
                <a:lnTo>
                  <a:pt x="57150" y="422401"/>
                </a:lnTo>
                <a:lnTo>
                  <a:pt x="57150" y="406653"/>
                </a:lnTo>
                <a:lnTo>
                  <a:pt x="63626" y="400303"/>
                </a:lnTo>
                <a:lnTo>
                  <a:pt x="130259" y="400303"/>
                </a:lnTo>
                <a:lnTo>
                  <a:pt x="121951" y="387969"/>
                </a:lnTo>
                <a:lnTo>
                  <a:pt x="99262" y="372647"/>
                </a:lnTo>
                <a:lnTo>
                  <a:pt x="94722" y="371728"/>
                </a:lnTo>
                <a:lnTo>
                  <a:pt x="63626" y="371728"/>
                </a:lnTo>
                <a:lnTo>
                  <a:pt x="61039" y="369141"/>
                </a:lnTo>
                <a:close/>
              </a:path>
              <a:path w="142875" h="509904">
                <a:moveTo>
                  <a:pt x="79375" y="400303"/>
                </a:moveTo>
                <a:lnTo>
                  <a:pt x="63626" y="400303"/>
                </a:lnTo>
                <a:lnTo>
                  <a:pt x="57150" y="406653"/>
                </a:lnTo>
                <a:lnTo>
                  <a:pt x="57150" y="422401"/>
                </a:lnTo>
                <a:lnTo>
                  <a:pt x="63626" y="428878"/>
                </a:lnTo>
                <a:lnTo>
                  <a:pt x="79375" y="428878"/>
                </a:lnTo>
                <a:lnTo>
                  <a:pt x="85725" y="422401"/>
                </a:lnTo>
                <a:lnTo>
                  <a:pt x="85725" y="406653"/>
                </a:lnTo>
                <a:lnTo>
                  <a:pt x="79375" y="400303"/>
                </a:lnTo>
                <a:close/>
              </a:path>
              <a:path w="142875" h="509904">
                <a:moveTo>
                  <a:pt x="130259" y="400303"/>
                </a:moveTo>
                <a:lnTo>
                  <a:pt x="79375" y="400303"/>
                </a:lnTo>
                <a:lnTo>
                  <a:pt x="85725" y="406653"/>
                </a:lnTo>
                <a:lnTo>
                  <a:pt x="85725" y="422401"/>
                </a:lnTo>
                <a:lnTo>
                  <a:pt x="79375" y="428878"/>
                </a:lnTo>
                <a:lnTo>
                  <a:pt x="140927" y="428878"/>
                </a:lnTo>
                <a:lnTo>
                  <a:pt x="137259" y="410696"/>
                </a:lnTo>
                <a:lnTo>
                  <a:pt x="130259" y="400303"/>
                </a:lnTo>
                <a:close/>
              </a:path>
              <a:path w="142875" h="509904">
                <a:moveTo>
                  <a:pt x="71500" y="367029"/>
                </a:moveTo>
                <a:lnTo>
                  <a:pt x="61039" y="369141"/>
                </a:lnTo>
                <a:lnTo>
                  <a:pt x="63626" y="371728"/>
                </a:lnTo>
                <a:lnTo>
                  <a:pt x="79375" y="371728"/>
                </a:lnTo>
                <a:lnTo>
                  <a:pt x="81911" y="369141"/>
                </a:lnTo>
                <a:lnTo>
                  <a:pt x="71500" y="367029"/>
                </a:lnTo>
                <a:close/>
              </a:path>
              <a:path w="142875" h="509904">
                <a:moveTo>
                  <a:pt x="81934" y="369141"/>
                </a:moveTo>
                <a:lnTo>
                  <a:pt x="79375" y="371728"/>
                </a:lnTo>
                <a:lnTo>
                  <a:pt x="94722" y="371728"/>
                </a:lnTo>
                <a:lnTo>
                  <a:pt x="81934" y="369141"/>
                </a:lnTo>
                <a:close/>
              </a:path>
              <a:path w="142875" h="509904">
                <a:moveTo>
                  <a:pt x="79375" y="343026"/>
                </a:moveTo>
                <a:lnTo>
                  <a:pt x="63626" y="343026"/>
                </a:lnTo>
                <a:lnTo>
                  <a:pt x="57150" y="349503"/>
                </a:lnTo>
                <a:lnTo>
                  <a:pt x="57150" y="365251"/>
                </a:lnTo>
                <a:lnTo>
                  <a:pt x="61039" y="369141"/>
                </a:lnTo>
                <a:lnTo>
                  <a:pt x="71500" y="367029"/>
                </a:lnTo>
                <a:lnTo>
                  <a:pt x="83981" y="367029"/>
                </a:lnTo>
                <a:lnTo>
                  <a:pt x="85725" y="365251"/>
                </a:lnTo>
                <a:lnTo>
                  <a:pt x="85725" y="349503"/>
                </a:lnTo>
                <a:lnTo>
                  <a:pt x="79375" y="343026"/>
                </a:lnTo>
                <a:close/>
              </a:path>
              <a:path w="142875" h="509904">
                <a:moveTo>
                  <a:pt x="83981" y="367029"/>
                </a:moveTo>
                <a:lnTo>
                  <a:pt x="71500" y="367029"/>
                </a:lnTo>
                <a:lnTo>
                  <a:pt x="81934" y="369141"/>
                </a:lnTo>
                <a:lnTo>
                  <a:pt x="83981" y="367029"/>
                </a:lnTo>
                <a:close/>
              </a:path>
            </a:pathLst>
          </a:custGeom>
          <a:solidFill>
            <a:srgbClr val="0F68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8" name="Picture 187">
            <a:extLst>
              <a:ext uri="{FF2B5EF4-FFF2-40B4-BE49-F238E27FC236}">
                <a16:creationId xmlns:a16="http://schemas.microsoft.com/office/drawing/2014/main" id="{3DAC641F-F109-A72F-3292-79A2F3F01E6B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60" y="4339974"/>
            <a:ext cx="6942601" cy="4627271"/>
          </a:xfrm>
          <a:prstGeom prst="rect">
            <a:avLst/>
          </a:prstGeom>
        </p:spPr>
      </p:pic>
      <p:pic>
        <p:nvPicPr>
          <p:cNvPr id="1028" name="Picture 4" descr="Data Pipeline Vector Icon">
            <a:extLst>
              <a:ext uri="{FF2B5EF4-FFF2-40B4-BE49-F238E27FC236}">
                <a16:creationId xmlns:a16="http://schemas.microsoft.com/office/drawing/2014/main" id="{087C1B0D-1639-D366-76ED-C0C304D6C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2693" y="168439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rain Icon Vector Element">
            <a:extLst>
              <a:ext uri="{FF2B5EF4-FFF2-40B4-BE49-F238E27FC236}">
                <a16:creationId xmlns:a16="http://schemas.microsoft.com/office/drawing/2014/main" id="{9775EB5E-FB4C-E8C3-64BA-2B55622A9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4946" y="2391153"/>
            <a:ext cx="59393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urance Policy Icon Vector Element">
            <a:extLst>
              <a:ext uri="{FF2B5EF4-FFF2-40B4-BE49-F238E27FC236}">
                <a16:creationId xmlns:a16="http://schemas.microsoft.com/office/drawing/2014/main" id="{B426E8D1-7574-C6E7-5202-750719D40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440" y="1733763"/>
            <a:ext cx="41613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593F4176-583A-4D7B-2D5F-C9C0E81B5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8410" y="1757296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Medical Consent Vector Icon">
            <a:extLst>
              <a:ext uri="{FF2B5EF4-FFF2-40B4-BE49-F238E27FC236}">
                <a16:creationId xmlns:a16="http://schemas.microsoft.com/office/drawing/2014/main" id="{A804231E-9F17-8217-240B-0A7685118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3253" y="2453427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23E2507A-354E-5DD3-1E97-C2652406200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0453" y="5100636"/>
            <a:ext cx="4164281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1459</TotalTime>
  <Words>578</Words>
  <Application>Microsoft Office PowerPoint</Application>
  <PresentationFormat>Custom</PresentationFormat>
  <Paragraphs>69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 MT</vt:lpstr>
      <vt:lpstr>Calibri</vt:lpstr>
      <vt:lpstr>fkGroteskNeue</vt:lpstr>
      <vt:lpstr>Times New Roman</vt:lpstr>
      <vt:lpstr>Office Theme</vt:lpstr>
      <vt:lpstr>PowerPoint Presentation</vt:lpstr>
      <vt:lpstr>Solution Details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Candidate Selection Interaction</dc:title>
  <dc:creator>ARULKUMARAN K</dc:creator>
  <cp:lastModifiedBy>ARULKUMARAN K</cp:lastModifiedBy>
  <cp:revision>5</cp:revision>
  <dcterms:created xsi:type="dcterms:W3CDTF">2026-02-12T06:04:06Z</dcterms:created>
  <dcterms:modified xsi:type="dcterms:W3CDTF">2026-02-14T09:31:36Z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2026-02-12T00:00:00Z</vt:filetime>
  </property>
  <property fmtid="{D5CDD505-2E9C-101B-9397-08002B2CF9AE}" pid="5" name="Producer">
    <vt:lpwstr>Microsoft® PowerPoint® for Microsoft 365</vt:lpwstr>
  </property>
</Properties>
</file>